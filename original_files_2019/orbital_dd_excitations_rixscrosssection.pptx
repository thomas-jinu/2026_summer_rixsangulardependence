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82" r:id="rId6"/>
    <p:sldId id="280" r:id="rId7"/>
    <p:sldId id="284" r:id="rId8"/>
    <p:sldId id="285" r:id="rId9"/>
    <p:sldId id="288" r:id="rId10"/>
    <p:sldId id="277" r:id="rId11"/>
    <p:sldId id="283" r:id="rId12"/>
    <p:sldId id="278" r:id="rId13"/>
    <p:sldId id="257" r:id="rId14"/>
    <p:sldId id="258" r:id="rId15"/>
    <p:sldId id="263" r:id="rId16"/>
    <p:sldId id="259" r:id="rId17"/>
    <p:sldId id="266" r:id="rId18"/>
    <p:sldId id="264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DD3C5-9AC0-9BD4-B3F2-112523239E77}" v="1" dt="2020-02-12T22:37:48.8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Jinu" userId="664940a3-4071-4068-8a90-b4b0e648f045" providerId="ADAL" clId="{1055E108-711D-4EDD-83DC-5BC047F334E5}"/>
    <pc:docChg chg="undo custSel addSld delSld modSld">
      <pc:chgData name="Thomas, Jinu" userId="664940a3-4071-4068-8a90-b4b0e648f045" providerId="ADAL" clId="{1055E108-711D-4EDD-83DC-5BC047F334E5}" dt="2019-10-24T15:49:21.399" v="1217" actId="20577"/>
      <pc:docMkLst>
        <pc:docMk/>
      </pc:docMkLst>
      <pc:sldChg chg="addSp delSp modSp add modAnim">
        <pc:chgData name="Thomas, Jinu" userId="664940a3-4071-4068-8a90-b4b0e648f045" providerId="ADAL" clId="{1055E108-711D-4EDD-83DC-5BC047F334E5}" dt="2019-10-24T15:49:21.399" v="1217" actId="20577"/>
        <pc:sldMkLst>
          <pc:docMk/>
          <pc:sldMk cId="3241146262" sldId="284"/>
        </pc:sldMkLst>
        <pc:spChg chg="mod">
          <ac:chgData name="Thomas, Jinu" userId="664940a3-4071-4068-8a90-b4b0e648f045" providerId="ADAL" clId="{1055E108-711D-4EDD-83DC-5BC047F334E5}" dt="2019-10-24T10:15:12.101" v="73" actId="20577"/>
          <ac:spMkLst>
            <pc:docMk/>
            <pc:sldMk cId="3241146262" sldId="284"/>
            <ac:spMk id="2" creationId="{AF8FF03F-6B86-44E7-9D15-9725A055D3C0}"/>
          </ac:spMkLst>
        </pc:spChg>
        <pc:spChg chg="add del mod">
          <ac:chgData name="Thomas, Jinu" userId="664940a3-4071-4068-8a90-b4b0e648f045" providerId="ADAL" clId="{1055E108-711D-4EDD-83DC-5BC047F334E5}" dt="2019-10-24T15:49:21.399" v="1217" actId="20577"/>
          <ac:spMkLst>
            <pc:docMk/>
            <pc:sldMk cId="3241146262" sldId="284"/>
            <ac:spMk id="3" creationId="{7EF0F9CE-7526-4E5B-835F-4DED1513DEBB}"/>
          </ac:spMkLst>
        </pc:spChg>
        <pc:graphicFrameChg chg="add del mod modGraphic">
          <ac:chgData name="Thomas, Jinu" userId="664940a3-4071-4068-8a90-b4b0e648f045" providerId="ADAL" clId="{1055E108-711D-4EDD-83DC-5BC047F334E5}" dt="2019-10-24T15:32:57.419" v="85"/>
          <ac:graphicFrameMkLst>
            <pc:docMk/>
            <pc:sldMk cId="3241146262" sldId="284"/>
            <ac:graphicFrameMk id="4" creationId="{ACB66219-0752-4E76-96DF-44DE48F743E8}"/>
          </ac:graphicFrameMkLst>
        </pc:graphicFrameChg>
        <pc:graphicFrameChg chg="add del mod">
          <ac:chgData name="Thomas, Jinu" userId="664940a3-4071-4068-8a90-b4b0e648f045" providerId="ADAL" clId="{1055E108-711D-4EDD-83DC-5BC047F334E5}" dt="2019-10-24T15:33:52.279" v="91"/>
          <ac:graphicFrameMkLst>
            <pc:docMk/>
            <pc:sldMk cId="3241146262" sldId="284"/>
            <ac:graphicFrameMk id="5" creationId="{B8E1AF80-7ECE-4BD4-8ABE-716FF2626D41}"/>
          </ac:graphicFrameMkLst>
        </pc:graphicFrameChg>
        <pc:graphicFrameChg chg="add del mod">
          <ac:chgData name="Thomas, Jinu" userId="664940a3-4071-4068-8a90-b4b0e648f045" providerId="ADAL" clId="{1055E108-711D-4EDD-83DC-5BC047F334E5}" dt="2019-10-24T15:33:55.982" v="93"/>
          <ac:graphicFrameMkLst>
            <pc:docMk/>
            <pc:sldMk cId="3241146262" sldId="284"/>
            <ac:graphicFrameMk id="6" creationId="{0DFBF0E9-461D-4F1D-9322-C750AF487A6B}"/>
          </ac:graphicFrameMkLst>
        </pc:graphicFrameChg>
        <pc:graphicFrameChg chg="add del mod modGraphic">
          <ac:chgData name="Thomas, Jinu" userId="664940a3-4071-4068-8a90-b4b0e648f045" providerId="ADAL" clId="{1055E108-711D-4EDD-83DC-5BC047F334E5}" dt="2019-10-24T15:34:26.891" v="105"/>
          <ac:graphicFrameMkLst>
            <pc:docMk/>
            <pc:sldMk cId="3241146262" sldId="284"/>
            <ac:graphicFrameMk id="7" creationId="{130D9F07-8B9C-4520-B610-1F1E4B0360DD}"/>
          </ac:graphicFrameMkLst>
        </pc:graphicFrameChg>
        <pc:picChg chg="add mod">
          <ac:chgData name="Thomas, Jinu" userId="664940a3-4071-4068-8a90-b4b0e648f045" providerId="ADAL" clId="{1055E108-711D-4EDD-83DC-5BC047F334E5}" dt="2019-10-24T15:36:10.280" v="109" actId="1076"/>
          <ac:picMkLst>
            <pc:docMk/>
            <pc:sldMk cId="3241146262" sldId="284"/>
            <ac:picMk id="8" creationId="{8F9F299B-03AC-4B9C-BA03-E47222C85F85}"/>
          </ac:picMkLst>
        </pc:picChg>
      </pc:sldChg>
      <pc:sldChg chg="addSp delSp modSp add">
        <pc:chgData name="Thomas, Jinu" userId="664940a3-4071-4068-8a90-b4b0e648f045" providerId="ADAL" clId="{1055E108-711D-4EDD-83DC-5BC047F334E5}" dt="2019-10-24T15:41:28.987" v="531" actId="404"/>
        <pc:sldMkLst>
          <pc:docMk/>
          <pc:sldMk cId="4238963647" sldId="285"/>
        </pc:sldMkLst>
        <pc:spChg chg="mod">
          <ac:chgData name="Thomas, Jinu" userId="664940a3-4071-4068-8a90-b4b0e648f045" providerId="ADAL" clId="{1055E108-711D-4EDD-83DC-5BC047F334E5}" dt="2019-10-24T15:41:28.987" v="531" actId="404"/>
          <ac:spMkLst>
            <pc:docMk/>
            <pc:sldMk cId="4238963647" sldId="285"/>
            <ac:spMk id="2" creationId="{E5BF9FC8-A51B-45D7-BD31-0B124779089E}"/>
          </ac:spMkLst>
        </pc:spChg>
        <pc:spChg chg="add del">
          <ac:chgData name="Thomas, Jinu" userId="664940a3-4071-4068-8a90-b4b0e648f045" providerId="ADAL" clId="{1055E108-711D-4EDD-83DC-5BC047F334E5}" dt="2019-10-24T10:16:30.639" v="78"/>
          <ac:spMkLst>
            <pc:docMk/>
            <pc:sldMk cId="4238963647" sldId="285"/>
            <ac:spMk id="3" creationId="{DCD516B0-3562-4314-8253-93DF18DDA380}"/>
          </ac:spMkLst>
        </pc:spChg>
        <pc:spChg chg="add del mod">
          <ac:chgData name="Thomas, Jinu" userId="664940a3-4071-4068-8a90-b4b0e648f045" providerId="ADAL" clId="{1055E108-711D-4EDD-83DC-5BC047F334E5}" dt="2019-10-24T15:40:16.556" v="489" actId="478"/>
          <ac:spMkLst>
            <pc:docMk/>
            <pc:sldMk cId="4238963647" sldId="285"/>
            <ac:spMk id="6" creationId="{408C9A7A-1B20-4067-AC56-875350E878EC}"/>
          </ac:spMkLst>
        </pc:spChg>
        <pc:graphicFrameChg chg="add del mod">
          <ac:chgData name="Thomas, Jinu" userId="664940a3-4071-4068-8a90-b4b0e648f045" providerId="ADAL" clId="{1055E108-711D-4EDD-83DC-5BC047F334E5}" dt="2019-10-24T10:16:39.290" v="79" actId="478"/>
          <ac:graphicFrameMkLst>
            <pc:docMk/>
            <pc:sldMk cId="4238963647" sldId="285"/>
            <ac:graphicFrameMk id="4" creationId="{249E993B-E8AC-424E-AB09-57ABD162166A}"/>
          </ac:graphicFrameMkLst>
        </pc:graphicFrameChg>
        <pc:picChg chg="add mod">
          <ac:chgData name="Thomas, Jinu" userId="664940a3-4071-4068-8a90-b4b0e648f045" providerId="ADAL" clId="{1055E108-711D-4EDD-83DC-5BC047F334E5}" dt="2019-10-24T15:40:46.670" v="495" actId="14100"/>
          <ac:picMkLst>
            <pc:docMk/>
            <pc:sldMk cId="4238963647" sldId="285"/>
            <ac:picMk id="3" creationId="{5D820342-F8D1-48B8-B41D-B4C4E91A8AA8}"/>
          </ac:picMkLst>
        </pc:picChg>
        <pc:picChg chg="add mod">
          <ac:chgData name="Thomas, Jinu" userId="664940a3-4071-4068-8a90-b4b0e648f045" providerId="ADAL" clId="{1055E108-711D-4EDD-83DC-5BC047F334E5}" dt="2019-10-24T15:40:42.397" v="494" actId="14100"/>
          <ac:picMkLst>
            <pc:docMk/>
            <pc:sldMk cId="4238963647" sldId="285"/>
            <ac:picMk id="4" creationId="{F2C8C6B1-BD0B-4D07-A254-8340D085B572}"/>
          </ac:picMkLst>
        </pc:picChg>
      </pc:sldChg>
      <pc:sldChg chg="addSp delSp modSp add del">
        <pc:chgData name="Thomas, Jinu" userId="664940a3-4071-4068-8a90-b4b0e648f045" providerId="ADAL" clId="{1055E108-711D-4EDD-83DC-5BC047F334E5}" dt="2019-10-24T15:43:08.630" v="611" actId="2696"/>
        <pc:sldMkLst>
          <pc:docMk/>
          <pc:sldMk cId="2705670468" sldId="286"/>
        </pc:sldMkLst>
        <pc:spChg chg="mod">
          <ac:chgData name="Thomas, Jinu" userId="664940a3-4071-4068-8a90-b4b0e648f045" providerId="ADAL" clId="{1055E108-711D-4EDD-83DC-5BC047F334E5}" dt="2019-10-24T10:14:06.797" v="44" actId="20577"/>
          <ac:spMkLst>
            <pc:docMk/>
            <pc:sldMk cId="2705670468" sldId="286"/>
            <ac:spMk id="2" creationId="{4D844150-F73C-42B3-BC35-1710B109247B}"/>
          </ac:spMkLst>
        </pc:spChg>
        <pc:spChg chg="del">
          <ac:chgData name="Thomas, Jinu" userId="664940a3-4071-4068-8a90-b4b0e648f045" providerId="ADAL" clId="{1055E108-711D-4EDD-83DC-5BC047F334E5}" dt="2019-10-24T10:14:09.353" v="45"/>
          <ac:spMkLst>
            <pc:docMk/>
            <pc:sldMk cId="2705670468" sldId="286"/>
            <ac:spMk id="3" creationId="{027C2D3A-CF07-4C91-A1EB-4C02256937E7}"/>
          </ac:spMkLst>
        </pc:spChg>
        <pc:picChg chg="add mod">
          <ac:chgData name="Thomas, Jinu" userId="664940a3-4071-4068-8a90-b4b0e648f045" providerId="ADAL" clId="{1055E108-711D-4EDD-83DC-5BC047F334E5}" dt="2019-10-24T10:14:32.075" v="51" actId="14100"/>
          <ac:picMkLst>
            <pc:docMk/>
            <pc:sldMk cId="2705670468" sldId="286"/>
            <ac:picMk id="4" creationId="{3B38EA2B-E40D-4F31-9563-5FFE5AB1DC2A}"/>
          </ac:picMkLst>
        </pc:picChg>
      </pc:sldChg>
      <pc:sldChg chg="add">
        <pc:chgData name="Thomas, Jinu" userId="664940a3-4071-4068-8a90-b4b0e648f045" providerId="ADAL" clId="{1055E108-711D-4EDD-83DC-5BC047F334E5}" dt="2019-10-24T15:39:21.728" v="484"/>
        <pc:sldMkLst>
          <pc:docMk/>
          <pc:sldMk cId="935874721" sldId="287"/>
        </pc:sldMkLst>
      </pc:sldChg>
      <pc:sldChg chg="addSp modSp add">
        <pc:chgData name="Thomas, Jinu" userId="664940a3-4071-4068-8a90-b4b0e648f045" providerId="ADAL" clId="{1055E108-711D-4EDD-83DC-5BC047F334E5}" dt="2019-10-24T15:42:52.733" v="610" actId="20577"/>
        <pc:sldMkLst>
          <pc:docMk/>
          <pc:sldMk cId="3013997393" sldId="288"/>
        </pc:sldMkLst>
        <pc:spChg chg="add mod">
          <ac:chgData name="Thomas, Jinu" userId="664940a3-4071-4068-8a90-b4b0e648f045" providerId="ADAL" clId="{1055E108-711D-4EDD-83DC-5BC047F334E5}" dt="2019-10-24T15:42:52.733" v="610" actId="20577"/>
          <ac:spMkLst>
            <pc:docMk/>
            <pc:sldMk cId="3013997393" sldId="288"/>
            <ac:spMk id="5" creationId="{B697C810-16A1-4F0C-B8AF-C0C626D63A80}"/>
          </ac:spMkLst>
        </pc:spChg>
      </pc:sldChg>
      <pc:sldChg chg="add del">
        <pc:chgData name="Thomas, Jinu" userId="664940a3-4071-4068-8a90-b4b0e648f045" providerId="ADAL" clId="{1055E108-711D-4EDD-83DC-5BC047F334E5}" dt="2019-10-24T15:41:06.274" v="497" actId="2696"/>
        <pc:sldMkLst>
          <pc:docMk/>
          <pc:sldMk cId="3646754298" sldId="288"/>
        </pc:sldMkLst>
      </pc:sldChg>
      <pc:sldChg chg="add del">
        <pc:chgData name="Thomas, Jinu" userId="664940a3-4071-4068-8a90-b4b0e648f045" providerId="ADAL" clId="{1055E108-711D-4EDD-83DC-5BC047F334E5}" dt="2019-10-24T15:43:29.269" v="615" actId="2696"/>
        <pc:sldMkLst>
          <pc:docMk/>
          <pc:sldMk cId="63940126" sldId="289"/>
        </pc:sldMkLst>
      </pc:sldChg>
      <pc:sldChg chg="add del">
        <pc:chgData name="Thomas, Jinu" userId="664940a3-4071-4068-8a90-b4b0e648f045" providerId="ADAL" clId="{1055E108-711D-4EDD-83DC-5BC047F334E5}" dt="2019-10-24T15:43:25.041" v="613" actId="2696"/>
        <pc:sldMkLst>
          <pc:docMk/>
          <pc:sldMk cId="2849824992" sldId="289"/>
        </pc:sldMkLst>
      </pc:sldChg>
    </pc:docChg>
  </pc:docChgLst>
  <pc:docChgLst>
    <pc:chgData name="Thomas, Jinu" userId="664940a3-4071-4068-8a90-b4b0e648f045" providerId="ADAL" clId="{E6213393-C9A7-4AA2-9A78-6C0ED89B6BA3}"/>
    <pc:docChg chg="undo custSel addSld delSld modSld sldOrd">
      <pc:chgData name="Thomas, Jinu" userId="664940a3-4071-4068-8a90-b4b0e648f045" providerId="ADAL" clId="{E6213393-C9A7-4AA2-9A78-6C0ED89B6BA3}" dt="2019-08-29T11:51:29.163" v="2007" actId="1076"/>
      <pc:docMkLst>
        <pc:docMk/>
      </pc:docMkLst>
      <pc:sldChg chg="modSp modAnim">
        <pc:chgData name="Thomas, Jinu" userId="664940a3-4071-4068-8a90-b4b0e648f045" providerId="ADAL" clId="{E6213393-C9A7-4AA2-9A78-6C0ED89B6BA3}" dt="2019-08-27T11:36:22.623" v="17" actId="20577"/>
        <pc:sldMkLst>
          <pc:docMk/>
          <pc:sldMk cId="1708059485" sldId="258"/>
        </pc:sldMkLst>
        <pc:spChg chg="mod">
          <ac:chgData name="Thomas, Jinu" userId="664940a3-4071-4068-8a90-b4b0e648f045" providerId="ADAL" clId="{E6213393-C9A7-4AA2-9A78-6C0ED89B6BA3}" dt="2019-08-27T11:36:22.623" v="17" actId="20577"/>
          <ac:spMkLst>
            <pc:docMk/>
            <pc:sldMk cId="1708059485" sldId="258"/>
            <ac:spMk id="3" creationId="{D41028CE-9010-42C5-BCCC-110BC8957946}"/>
          </ac:spMkLst>
        </pc:spChg>
      </pc:sldChg>
      <pc:sldChg chg="addSp delSp modSp del">
        <pc:chgData name="Thomas, Jinu" userId="664940a3-4071-4068-8a90-b4b0e648f045" providerId="ADAL" clId="{E6213393-C9A7-4AA2-9A78-6C0ED89B6BA3}" dt="2019-08-29T02:07:05.137" v="1440" actId="2696"/>
        <pc:sldMkLst>
          <pc:docMk/>
          <pc:sldMk cId="3523276348" sldId="261"/>
        </pc:sldMkLst>
        <pc:spChg chg="mod">
          <ac:chgData name="Thomas, Jinu" userId="664940a3-4071-4068-8a90-b4b0e648f045" providerId="ADAL" clId="{E6213393-C9A7-4AA2-9A78-6C0ED89B6BA3}" dt="2019-08-29T01:51:57.521" v="579" actId="20577"/>
          <ac:spMkLst>
            <pc:docMk/>
            <pc:sldMk cId="3523276348" sldId="261"/>
            <ac:spMk id="2" creationId="{383F2DC5-9E2D-4E2A-BE0B-FB3EC1ED467A}"/>
          </ac:spMkLst>
        </pc:spChg>
        <pc:spChg chg="add mod">
          <ac:chgData name="Thomas, Jinu" userId="664940a3-4071-4068-8a90-b4b0e648f045" providerId="ADAL" clId="{E6213393-C9A7-4AA2-9A78-6C0ED89B6BA3}" dt="2019-08-29T02:06:52.483" v="1438" actId="20577"/>
          <ac:spMkLst>
            <pc:docMk/>
            <pc:sldMk cId="3523276348" sldId="261"/>
            <ac:spMk id="5" creationId="{222B4708-BEAA-4081-80EE-8BCE33EA2244}"/>
          </ac:spMkLst>
        </pc:spChg>
        <pc:picChg chg="del">
          <ac:chgData name="Thomas, Jinu" userId="664940a3-4071-4068-8a90-b4b0e648f045" providerId="ADAL" clId="{E6213393-C9A7-4AA2-9A78-6C0ED89B6BA3}" dt="2019-08-29T01:51:59.706" v="580" actId="478"/>
          <ac:picMkLst>
            <pc:docMk/>
            <pc:sldMk cId="3523276348" sldId="261"/>
            <ac:picMk id="4" creationId="{1F76363D-DE90-41CF-BFDA-6DC4EA6D473A}"/>
          </ac:picMkLst>
        </pc:picChg>
      </pc:sldChg>
      <pc:sldChg chg="del">
        <pc:chgData name="Thomas, Jinu" userId="664940a3-4071-4068-8a90-b4b0e648f045" providerId="ADAL" clId="{E6213393-C9A7-4AA2-9A78-6C0ED89B6BA3}" dt="2019-08-29T02:56:36.716" v="1549" actId="2696"/>
        <pc:sldMkLst>
          <pc:docMk/>
          <pc:sldMk cId="1113218839" sldId="262"/>
        </pc:sldMkLst>
      </pc:sldChg>
      <pc:sldChg chg="modSp add">
        <pc:chgData name="Thomas, Jinu" userId="664940a3-4071-4068-8a90-b4b0e648f045" providerId="ADAL" clId="{E6213393-C9A7-4AA2-9A78-6C0ED89B6BA3}" dt="2019-08-29T01:56:45.450" v="794" actId="20577"/>
        <pc:sldMkLst>
          <pc:docMk/>
          <pc:sldMk cId="3464125301" sldId="264"/>
        </pc:sldMkLst>
        <pc:spChg chg="mod">
          <ac:chgData name="Thomas, Jinu" userId="664940a3-4071-4068-8a90-b4b0e648f045" providerId="ADAL" clId="{E6213393-C9A7-4AA2-9A78-6C0ED89B6BA3}" dt="2019-08-27T11:37:00.555" v="33" actId="5793"/>
          <ac:spMkLst>
            <pc:docMk/>
            <pc:sldMk cId="3464125301" sldId="264"/>
            <ac:spMk id="2" creationId="{AA926951-B7BE-4695-8A7F-82C1BD419838}"/>
          </ac:spMkLst>
        </pc:spChg>
        <pc:spChg chg="mod">
          <ac:chgData name="Thomas, Jinu" userId="664940a3-4071-4068-8a90-b4b0e648f045" providerId="ADAL" clId="{E6213393-C9A7-4AA2-9A78-6C0ED89B6BA3}" dt="2019-08-29T01:56:45.450" v="794" actId="20577"/>
          <ac:spMkLst>
            <pc:docMk/>
            <pc:sldMk cId="3464125301" sldId="264"/>
            <ac:spMk id="3" creationId="{47DC6F3B-8B94-42C4-9DDB-BFEB9F0D848D}"/>
          </ac:spMkLst>
        </pc:spChg>
      </pc:sldChg>
      <pc:sldChg chg="modSp add del">
        <pc:chgData name="Thomas, Jinu" userId="664940a3-4071-4068-8a90-b4b0e648f045" providerId="ADAL" clId="{E6213393-C9A7-4AA2-9A78-6C0ED89B6BA3}" dt="2019-08-29T02:56:35.076" v="1548" actId="2696"/>
        <pc:sldMkLst>
          <pc:docMk/>
          <pc:sldMk cId="3049912788" sldId="265"/>
        </pc:sldMkLst>
        <pc:spChg chg="mod">
          <ac:chgData name="Thomas, Jinu" userId="664940a3-4071-4068-8a90-b4b0e648f045" providerId="ADAL" clId="{E6213393-C9A7-4AA2-9A78-6C0ED89B6BA3}" dt="2019-08-27T11:44:12.737" v="504" actId="20577"/>
          <ac:spMkLst>
            <pc:docMk/>
            <pc:sldMk cId="3049912788" sldId="265"/>
            <ac:spMk id="2" creationId="{9ECCF787-BBEB-48B7-9A92-DCFB7706BD1F}"/>
          </ac:spMkLst>
        </pc:spChg>
        <pc:spChg chg="mod">
          <ac:chgData name="Thomas, Jinu" userId="664940a3-4071-4068-8a90-b4b0e648f045" providerId="ADAL" clId="{E6213393-C9A7-4AA2-9A78-6C0ED89B6BA3}" dt="2019-08-27T11:45:28.996" v="556" actId="20577"/>
          <ac:spMkLst>
            <pc:docMk/>
            <pc:sldMk cId="3049912788" sldId="265"/>
            <ac:spMk id="3" creationId="{6E3AED2B-1E2B-495B-B7D5-90B21A711951}"/>
          </ac:spMkLst>
        </pc:spChg>
      </pc:sldChg>
      <pc:sldChg chg="addSp delSp modSp add">
        <pc:chgData name="Thomas, Jinu" userId="664940a3-4071-4068-8a90-b4b0e648f045" providerId="ADAL" clId="{E6213393-C9A7-4AA2-9A78-6C0ED89B6BA3}" dt="2019-08-29T02:07:43.784" v="1448" actId="20577"/>
        <pc:sldMkLst>
          <pc:docMk/>
          <pc:sldMk cId="1222535120" sldId="266"/>
        </pc:sldMkLst>
        <pc:spChg chg="mod">
          <ac:chgData name="Thomas, Jinu" userId="664940a3-4071-4068-8a90-b4b0e648f045" providerId="ADAL" clId="{E6213393-C9A7-4AA2-9A78-6C0ED89B6BA3}" dt="2019-08-28T18:46:28.323" v="575" actId="20577"/>
          <ac:spMkLst>
            <pc:docMk/>
            <pc:sldMk cId="1222535120" sldId="266"/>
            <ac:spMk id="2" creationId="{8D0815B4-4653-4538-A49C-8A3DA62D1F37}"/>
          </ac:spMkLst>
        </pc:spChg>
        <pc:spChg chg="del">
          <ac:chgData name="Thomas, Jinu" userId="664940a3-4071-4068-8a90-b4b0e648f045" providerId="ADAL" clId="{E6213393-C9A7-4AA2-9A78-6C0ED89B6BA3}" dt="2019-08-28T18:48:15.974" v="576"/>
          <ac:spMkLst>
            <pc:docMk/>
            <pc:sldMk cId="1222535120" sldId="266"/>
            <ac:spMk id="3" creationId="{77DA1E82-1338-473E-B1FB-18BC36329AF7}"/>
          </ac:spMkLst>
        </pc:spChg>
        <pc:spChg chg="add mod">
          <ac:chgData name="Thomas, Jinu" userId="664940a3-4071-4068-8a90-b4b0e648f045" providerId="ADAL" clId="{E6213393-C9A7-4AA2-9A78-6C0ED89B6BA3}" dt="2019-08-29T02:07:43.784" v="1448" actId="20577"/>
          <ac:spMkLst>
            <pc:docMk/>
            <pc:sldMk cId="1222535120" sldId="266"/>
            <ac:spMk id="5" creationId="{DDEFFF36-8378-4545-949B-F7369FBAEEB9}"/>
          </ac:spMkLst>
        </pc:spChg>
        <pc:picChg chg="add mod">
          <ac:chgData name="Thomas, Jinu" userId="664940a3-4071-4068-8a90-b4b0e648f045" providerId="ADAL" clId="{E6213393-C9A7-4AA2-9A78-6C0ED89B6BA3}" dt="2019-08-29T02:07:15.478" v="1442" actId="1076"/>
          <ac:picMkLst>
            <pc:docMk/>
            <pc:sldMk cId="1222535120" sldId="266"/>
            <ac:picMk id="4" creationId="{D2B0EB46-4021-4B85-8C5D-93668CB018ED}"/>
          </ac:picMkLst>
        </pc:picChg>
      </pc:sldChg>
      <pc:sldChg chg="modSp add del">
        <pc:chgData name="Thomas, Jinu" userId="664940a3-4071-4068-8a90-b4b0e648f045" providerId="ADAL" clId="{E6213393-C9A7-4AA2-9A78-6C0ED89B6BA3}" dt="2019-08-29T02:56:31.952" v="1547" actId="2696"/>
        <pc:sldMkLst>
          <pc:docMk/>
          <pc:sldMk cId="2533685976" sldId="267"/>
        </pc:sldMkLst>
        <pc:spChg chg="mod">
          <ac:chgData name="Thomas, Jinu" userId="664940a3-4071-4068-8a90-b4b0e648f045" providerId="ADAL" clId="{E6213393-C9A7-4AA2-9A78-6C0ED89B6BA3}" dt="2019-08-29T01:54:41.262" v="695" actId="20577"/>
          <ac:spMkLst>
            <pc:docMk/>
            <pc:sldMk cId="2533685976" sldId="267"/>
            <ac:spMk id="2" creationId="{5B195DEF-D7BF-4E63-B7B6-138F394176C6}"/>
          </ac:spMkLst>
        </pc:spChg>
        <pc:spChg chg="mod">
          <ac:chgData name="Thomas, Jinu" userId="664940a3-4071-4068-8a90-b4b0e648f045" providerId="ADAL" clId="{E6213393-C9A7-4AA2-9A78-6C0ED89B6BA3}" dt="2019-08-29T01:54:44.121" v="697" actId="6549"/>
          <ac:spMkLst>
            <pc:docMk/>
            <pc:sldMk cId="2533685976" sldId="267"/>
            <ac:spMk id="3" creationId="{DFFDD21B-159D-47E5-B2E1-6F0A4AE9BE75}"/>
          </ac:spMkLst>
        </pc:spChg>
      </pc:sldChg>
      <pc:sldChg chg="addSp delSp modSp add del">
        <pc:chgData name="Thomas, Jinu" userId="664940a3-4071-4068-8a90-b4b0e648f045" providerId="ADAL" clId="{E6213393-C9A7-4AA2-9A78-6C0ED89B6BA3}" dt="2019-08-29T02:00:15.989" v="1221" actId="2696"/>
        <pc:sldMkLst>
          <pc:docMk/>
          <pc:sldMk cId="3450718693" sldId="268"/>
        </pc:sldMkLst>
        <pc:spChg chg="mod">
          <ac:chgData name="Thomas, Jinu" userId="664940a3-4071-4068-8a90-b4b0e648f045" providerId="ADAL" clId="{E6213393-C9A7-4AA2-9A78-6C0ED89B6BA3}" dt="2019-08-29T01:54:57.305" v="721" actId="20577"/>
          <ac:spMkLst>
            <pc:docMk/>
            <pc:sldMk cId="3450718693" sldId="268"/>
            <ac:spMk id="2" creationId="{71483A3F-7F5D-4BC1-A0D2-0811BABBB475}"/>
          </ac:spMkLst>
        </pc:spChg>
        <pc:spChg chg="del">
          <ac:chgData name="Thomas, Jinu" userId="664940a3-4071-4068-8a90-b4b0e648f045" providerId="ADAL" clId="{E6213393-C9A7-4AA2-9A78-6C0ED89B6BA3}" dt="2019-08-29T01:54:59.101" v="722"/>
          <ac:spMkLst>
            <pc:docMk/>
            <pc:sldMk cId="3450718693" sldId="268"/>
            <ac:spMk id="3" creationId="{E001783D-6315-4D5C-9DB6-AF808E3BF9E3}"/>
          </ac:spMkLst>
        </pc:spChg>
        <pc:spChg chg="add del mod">
          <ac:chgData name="Thomas, Jinu" userId="664940a3-4071-4068-8a90-b4b0e648f045" providerId="ADAL" clId="{E6213393-C9A7-4AA2-9A78-6C0ED89B6BA3}" dt="2019-08-29T01:56:42.701" v="785" actId="767"/>
          <ac:spMkLst>
            <pc:docMk/>
            <pc:sldMk cId="3450718693" sldId="268"/>
            <ac:spMk id="6" creationId="{DE8BE3CB-D1CF-4597-B7A7-18791214B1B2}"/>
          </ac:spMkLst>
        </pc:spChg>
        <pc:picChg chg="add mod">
          <ac:chgData name="Thomas, Jinu" userId="664940a3-4071-4068-8a90-b4b0e648f045" providerId="ADAL" clId="{E6213393-C9A7-4AA2-9A78-6C0ED89B6BA3}" dt="2019-08-29T01:56:46.497" v="796" actId="14100"/>
          <ac:picMkLst>
            <pc:docMk/>
            <pc:sldMk cId="3450718693" sldId="268"/>
            <ac:picMk id="4" creationId="{4ACD3A92-7FA9-4F24-B749-DA13D74FEDBE}"/>
          </ac:picMkLst>
        </pc:picChg>
        <pc:picChg chg="add del">
          <ac:chgData name="Thomas, Jinu" userId="664940a3-4071-4068-8a90-b4b0e648f045" providerId="ADAL" clId="{E6213393-C9A7-4AA2-9A78-6C0ED89B6BA3}" dt="2019-08-29T01:56:47.262" v="798"/>
          <ac:picMkLst>
            <pc:docMk/>
            <pc:sldMk cId="3450718693" sldId="268"/>
            <ac:picMk id="5" creationId="{C6899B9C-E78D-4F1A-893E-BAD9187672AC}"/>
          </ac:picMkLst>
        </pc:picChg>
      </pc:sldChg>
      <pc:sldChg chg="add del">
        <pc:chgData name="Thomas, Jinu" userId="664940a3-4071-4068-8a90-b4b0e648f045" providerId="ADAL" clId="{E6213393-C9A7-4AA2-9A78-6C0ED89B6BA3}" dt="2019-08-29T01:56:42.888" v="786"/>
        <pc:sldMkLst>
          <pc:docMk/>
          <pc:sldMk cId="450887787" sldId="269"/>
        </pc:sldMkLst>
      </pc:sldChg>
      <pc:sldChg chg="addSp modSp add ord">
        <pc:chgData name="Thomas, Jinu" userId="664940a3-4071-4068-8a90-b4b0e648f045" providerId="ADAL" clId="{E6213393-C9A7-4AA2-9A78-6C0ED89B6BA3}" dt="2019-08-29T02:00:10.271" v="1220" actId="20577"/>
        <pc:sldMkLst>
          <pc:docMk/>
          <pc:sldMk cId="1839392323" sldId="269"/>
        </pc:sldMkLst>
        <pc:spChg chg="mod">
          <ac:chgData name="Thomas, Jinu" userId="664940a3-4071-4068-8a90-b4b0e648f045" providerId="ADAL" clId="{E6213393-C9A7-4AA2-9A78-6C0ED89B6BA3}" dt="2019-08-29T01:59:51.229" v="1179" actId="20577"/>
          <ac:spMkLst>
            <pc:docMk/>
            <pc:sldMk cId="1839392323" sldId="269"/>
            <ac:spMk id="2" creationId="{B745879B-8420-40E7-8F3F-C946B5852F93}"/>
          </ac:spMkLst>
        </pc:spChg>
        <pc:spChg chg="mod">
          <ac:chgData name="Thomas, Jinu" userId="664940a3-4071-4068-8a90-b4b0e648f045" providerId="ADAL" clId="{E6213393-C9A7-4AA2-9A78-6C0ED89B6BA3}" dt="2019-08-29T02:00:10.271" v="1220" actId="20577"/>
          <ac:spMkLst>
            <pc:docMk/>
            <pc:sldMk cId="1839392323" sldId="269"/>
            <ac:spMk id="3" creationId="{34D6DACD-32AB-4700-8560-A91DF4A7ED82}"/>
          </ac:spMkLst>
        </pc:spChg>
        <pc:picChg chg="add mod">
          <ac:chgData name="Thomas, Jinu" userId="664940a3-4071-4068-8a90-b4b0e648f045" providerId="ADAL" clId="{E6213393-C9A7-4AA2-9A78-6C0ED89B6BA3}" dt="2019-08-29T01:59:36.514" v="1120" actId="14100"/>
          <ac:picMkLst>
            <pc:docMk/>
            <pc:sldMk cId="1839392323" sldId="269"/>
            <ac:picMk id="4" creationId="{F7043378-15CA-4375-ABBA-0133365CC0A8}"/>
          </ac:picMkLst>
        </pc:picChg>
      </pc:sldChg>
      <pc:sldChg chg="addSp delSp modSp add">
        <pc:chgData name="Thomas, Jinu" userId="664940a3-4071-4068-8a90-b4b0e648f045" providerId="ADAL" clId="{E6213393-C9A7-4AA2-9A78-6C0ED89B6BA3}" dt="2019-08-29T11:35:35.308" v="1793" actId="1076"/>
        <pc:sldMkLst>
          <pc:docMk/>
          <pc:sldMk cId="1843523114" sldId="270"/>
        </pc:sldMkLst>
        <pc:spChg chg="mod">
          <ac:chgData name="Thomas, Jinu" userId="664940a3-4071-4068-8a90-b4b0e648f045" providerId="ADAL" clId="{E6213393-C9A7-4AA2-9A78-6C0ED89B6BA3}" dt="2019-08-29T02:57:24.814" v="1563" actId="20577"/>
          <ac:spMkLst>
            <pc:docMk/>
            <pc:sldMk cId="1843523114" sldId="270"/>
            <ac:spMk id="2" creationId="{DAFE9EFB-E4C8-4762-B9B5-29B84A604064}"/>
          </ac:spMkLst>
        </pc:spChg>
        <pc:spChg chg="del mod">
          <ac:chgData name="Thomas, Jinu" userId="664940a3-4071-4068-8a90-b4b0e648f045" providerId="ADAL" clId="{E6213393-C9A7-4AA2-9A78-6C0ED89B6BA3}" dt="2019-08-29T02:25:11.669" v="1473" actId="478"/>
          <ac:spMkLst>
            <pc:docMk/>
            <pc:sldMk cId="1843523114" sldId="270"/>
            <ac:spMk id="3" creationId="{E44BB969-6643-41DB-9A92-2558CFD7932A}"/>
          </ac:spMkLst>
        </pc:spChg>
        <pc:spChg chg="add mod">
          <ac:chgData name="Thomas, Jinu" userId="664940a3-4071-4068-8a90-b4b0e648f045" providerId="ADAL" clId="{E6213393-C9A7-4AA2-9A78-6C0ED89B6BA3}" dt="2019-08-29T11:35:35.308" v="1793" actId="1076"/>
          <ac:spMkLst>
            <pc:docMk/>
            <pc:sldMk cId="1843523114" sldId="270"/>
            <ac:spMk id="7" creationId="{30DD1770-A668-4518-A5AD-3AA107F02142}"/>
          </ac:spMkLst>
        </pc:spChg>
        <pc:picChg chg="add mod">
          <ac:chgData name="Thomas, Jinu" userId="664940a3-4071-4068-8a90-b4b0e648f045" providerId="ADAL" clId="{E6213393-C9A7-4AA2-9A78-6C0ED89B6BA3}" dt="2019-08-29T03:00:07.641" v="1597" actId="14100"/>
          <ac:picMkLst>
            <pc:docMk/>
            <pc:sldMk cId="1843523114" sldId="270"/>
            <ac:picMk id="4" creationId="{E4068C6F-C26F-41FC-BF22-5FCFEC050B19}"/>
          </ac:picMkLst>
        </pc:picChg>
        <pc:picChg chg="add mod">
          <ac:chgData name="Thomas, Jinu" userId="664940a3-4071-4068-8a90-b4b0e648f045" providerId="ADAL" clId="{E6213393-C9A7-4AA2-9A78-6C0ED89B6BA3}" dt="2019-08-29T11:35:30.965" v="1792" actId="1076"/>
          <ac:picMkLst>
            <pc:docMk/>
            <pc:sldMk cId="1843523114" sldId="270"/>
            <ac:picMk id="5" creationId="{77D77953-60D1-43FD-9672-A0857F43A6BB}"/>
          </ac:picMkLst>
        </pc:picChg>
        <pc:picChg chg="add mod">
          <ac:chgData name="Thomas, Jinu" userId="664940a3-4071-4068-8a90-b4b0e648f045" providerId="ADAL" clId="{E6213393-C9A7-4AA2-9A78-6C0ED89B6BA3}" dt="2019-08-29T03:00:15.842" v="1599" actId="1076"/>
          <ac:picMkLst>
            <pc:docMk/>
            <pc:sldMk cId="1843523114" sldId="270"/>
            <ac:picMk id="6" creationId="{C398D527-6848-4030-BD82-5E88820930CB}"/>
          </ac:picMkLst>
        </pc:picChg>
      </pc:sldChg>
      <pc:sldChg chg="addSp delSp modSp add">
        <pc:chgData name="Thomas, Jinu" userId="664940a3-4071-4068-8a90-b4b0e648f045" providerId="ADAL" clId="{E6213393-C9A7-4AA2-9A78-6C0ED89B6BA3}" dt="2019-08-29T11:43:00.642" v="1886" actId="15"/>
        <pc:sldMkLst>
          <pc:docMk/>
          <pc:sldMk cId="3560093128" sldId="271"/>
        </pc:sldMkLst>
        <pc:spChg chg="mod">
          <ac:chgData name="Thomas, Jinu" userId="664940a3-4071-4068-8a90-b4b0e648f045" providerId="ADAL" clId="{E6213393-C9A7-4AA2-9A78-6C0ED89B6BA3}" dt="2019-08-29T03:02:52.785" v="1615" actId="20577"/>
          <ac:spMkLst>
            <pc:docMk/>
            <pc:sldMk cId="3560093128" sldId="271"/>
            <ac:spMk id="2" creationId="{BC1FE9A6-57FA-4968-AF6A-FF778F5D07F8}"/>
          </ac:spMkLst>
        </pc:spChg>
        <pc:spChg chg="del">
          <ac:chgData name="Thomas, Jinu" userId="664940a3-4071-4068-8a90-b4b0e648f045" providerId="ADAL" clId="{E6213393-C9A7-4AA2-9A78-6C0ED89B6BA3}" dt="2019-08-29T02:58:02.680" v="1580" actId="478"/>
          <ac:spMkLst>
            <pc:docMk/>
            <pc:sldMk cId="3560093128" sldId="271"/>
            <ac:spMk id="3" creationId="{CF6446E2-004D-4DD0-9F54-DFCE4DB488A2}"/>
          </ac:spMkLst>
        </pc:spChg>
        <pc:spChg chg="add mod">
          <ac:chgData name="Thomas, Jinu" userId="664940a3-4071-4068-8a90-b4b0e648f045" providerId="ADAL" clId="{E6213393-C9A7-4AA2-9A78-6C0ED89B6BA3}" dt="2019-08-29T11:43:00.642" v="1886" actId="15"/>
          <ac:spMkLst>
            <pc:docMk/>
            <pc:sldMk cId="3560093128" sldId="271"/>
            <ac:spMk id="6" creationId="{982AEC00-2A47-4F88-8B98-042352C4A611}"/>
          </ac:spMkLst>
        </pc:spChg>
        <pc:picChg chg="add mod">
          <ac:chgData name="Thomas, Jinu" userId="664940a3-4071-4068-8a90-b4b0e648f045" providerId="ADAL" clId="{E6213393-C9A7-4AA2-9A78-6C0ED89B6BA3}" dt="2019-08-29T11:36:23.842" v="1794" actId="1076"/>
          <ac:picMkLst>
            <pc:docMk/>
            <pc:sldMk cId="3560093128" sldId="271"/>
            <ac:picMk id="4" creationId="{30B52629-DBC4-45CD-B25E-AABA8A83951E}"/>
          </ac:picMkLst>
        </pc:picChg>
        <pc:picChg chg="add mod">
          <ac:chgData name="Thomas, Jinu" userId="664940a3-4071-4068-8a90-b4b0e648f045" providerId="ADAL" clId="{E6213393-C9A7-4AA2-9A78-6C0ED89B6BA3}" dt="2019-08-29T11:36:31.099" v="1796" actId="1076"/>
          <ac:picMkLst>
            <pc:docMk/>
            <pc:sldMk cId="3560093128" sldId="271"/>
            <ac:picMk id="5" creationId="{63E2265E-270D-4972-9D02-8FAAF98B3D51}"/>
          </ac:picMkLst>
        </pc:picChg>
      </pc:sldChg>
      <pc:sldChg chg="addSp modSp add">
        <pc:chgData name="Thomas, Jinu" userId="664940a3-4071-4068-8a90-b4b0e648f045" providerId="ADAL" clId="{E6213393-C9A7-4AA2-9A78-6C0ED89B6BA3}" dt="2019-08-29T11:46:15.971" v="1968" actId="20577"/>
        <pc:sldMkLst>
          <pc:docMk/>
          <pc:sldMk cId="714083451" sldId="272"/>
        </pc:sldMkLst>
        <pc:spChg chg="mod">
          <ac:chgData name="Thomas, Jinu" userId="664940a3-4071-4068-8a90-b4b0e648f045" providerId="ADAL" clId="{E6213393-C9A7-4AA2-9A78-6C0ED89B6BA3}" dt="2019-08-29T03:03:02.002" v="1648" actId="20577"/>
          <ac:spMkLst>
            <pc:docMk/>
            <pc:sldMk cId="714083451" sldId="272"/>
            <ac:spMk id="2" creationId="{D07B774E-DA59-4E6B-96FF-8E9D6CC92C26}"/>
          </ac:spMkLst>
        </pc:spChg>
        <pc:spChg chg="mod">
          <ac:chgData name="Thomas, Jinu" userId="664940a3-4071-4068-8a90-b4b0e648f045" providerId="ADAL" clId="{E6213393-C9A7-4AA2-9A78-6C0ED89B6BA3}" dt="2019-08-29T11:46:15.971" v="1968" actId="20577"/>
          <ac:spMkLst>
            <pc:docMk/>
            <pc:sldMk cId="714083451" sldId="272"/>
            <ac:spMk id="3" creationId="{0D87D9D7-A9B5-4487-87AC-DA316A47057B}"/>
          </ac:spMkLst>
        </pc:spChg>
        <pc:picChg chg="add mod">
          <ac:chgData name="Thomas, Jinu" userId="664940a3-4071-4068-8a90-b4b0e648f045" providerId="ADAL" clId="{E6213393-C9A7-4AA2-9A78-6C0ED89B6BA3}" dt="2019-08-29T11:44:29.543" v="1887" actId="1076"/>
          <ac:picMkLst>
            <pc:docMk/>
            <pc:sldMk cId="714083451" sldId="272"/>
            <ac:picMk id="4" creationId="{8C59ECF1-2728-4CF0-8FCC-390D498996DA}"/>
          </ac:picMkLst>
        </pc:picChg>
        <pc:picChg chg="add mod">
          <ac:chgData name="Thomas, Jinu" userId="664940a3-4071-4068-8a90-b4b0e648f045" providerId="ADAL" clId="{E6213393-C9A7-4AA2-9A78-6C0ED89B6BA3}" dt="2019-08-29T02:58:22.472" v="1586" actId="1076"/>
          <ac:picMkLst>
            <pc:docMk/>
            <pc:sldMk cId="714083451" sldId="272"/>
            <ac:picMk id="5" creationId="{2F626F21-25C4-479C-8085-32110C5A9738}"/>
          </ac:picMkLst>
        </pc:picChg>
      </pc:sldChg>
      <pc:sldChg chg="addSp delSp modSp add">
        <pc:chgData name="Thomas, Jinu" userId="664940a3-4071-4068-8a90-b4b0e648f045" providerId="ADAL" clId="{E6213393-C9A7-4AA2-9A78-6C0ED89B6BA3}" dt="2019-08-29T03:05:23.516" v="1700" actId="20577"/>
        <pc:sldMkLst>
          <pc:docMk/>
          <pc:sldMk cId="3449769133" sldId="273"/>
        </pc:sldMkLst>
        <pc:spChg chg="mod">
          <ac:chgData name="Thomas, Jinu" userId="664940a3-4071-4068-8a90-b4b0e648f045" providerId="ADAL" clId="{E6213393-C9A7-4AA2-9A78-6C0ED89B6BA3}" dt="2019-08-29T03:05:23.516" v="1700" actId="20577"/>
          <ac:spMkLst>
            <pc:docMk/>
            <pc:sldMk cId="3449769133" sldId="273"/>
            <ac:spMk id="2" creationId="{A3F5C366-B3FF-4F3D-8127-6D55DC34D007}"/>
          </ac:spMkLst>
        </pc:spChg>
        <pc:spChg chg="del">
          <ac:chgData name="Thomas, Jinu" userId="664940a3-4071-4068-8a90-b4b0e648f045" providerId="ADAL" clId="{E6213393-C9A7-4AA2-9A78-6C0ED89B6BA3}" dt="2019-08-29T02:29:03.990" v="1527"/>
          <ac:spMkLst>
            <pc:docMk/>
            <pc:sldMk cId="3449769133" sldId="273"/>
            <ac:spMk id="3" creationId="{FE8A0E7F-038A-4104-84A7-63D8D1F0AAF8}"/>
          </ac:spMkLst>
        </pc:spChg>
        <pc:picChg chg="add mod">
          <ac:chgData name="Thomas, Jinu" userId="664940a3-4071-4068-8a90-b4b0e648f045" providerId="ADAL" clId="{E6213393-C9A7-4AA2-9A78-6C0ED89B6BA3}" dt="2019-08-29T03:04:47.337" v="1649" actId="14100"/>
          <ac:picMkLst>
            <pc:docMk/>
            <pc:sldMk cId="3449769133" sldId="273"/>
            <ac:picMk id="4" creationId="{719598D7-8D22-4548-A9B4-FAF2EFC66C8E}"/>
          </ac:picMkLst>
        </pc:picChg>
        <pc:picChg chg="add mod">
          <ac:chgData name="Thomas, Jinu" userId="664940a3-4071-4068-8a90-b4b0e648f045" providerId="ADAL" clId="{E6213393-C9A7-4AA2-9A78-6C0ED89B6BA3}" dt="2019-08-29T03:04:50.289" v="1650" actId="14100"/>
          <ac:picMkLst>
            <pc:docMk/>
            <pc:sldMk cId="3449769133" sldId="273"/>
            <ac:picMk id="5" creationId="{AE5043AA-5C28-4A7A-9DBB-54124A124169}"/>
          </ac:picMkLst>
        </pc:picChg>
      </pc:sldChg>
      <pc:sldChg chg="addSp delSp modSp add">
        <pc:chgData name="Thomas, Jinu" userId="664940a3-4071-4068-8a90-b4b0e648f045" providerId="ADAL" clId="{E6213393-C9A7-4AA2-9A78-6C0ED89B6BA3}" dt="2019-08-29T03:06:08.021" v="1721" actId="20577"/>
        <pc:sldMkLst>
          <pc:docMk/>
          <pc:sldMk cId="3200621318" sldId="274"/>
        </pc:sldMkLst>
        <pc:spChg chg="mod">
          <ac:chgData name="Thomas, Jinu" userId="664940a3-4071-4068-8a90-b4b0e648f045" providerId="ADAL" clId="{E6213393-C9A7-4AA2-9A78-6C0ED89B6BA3}" dt="2019-08-29T03:06:08.021" v="1721" actId="20577"/>
          <ac:spMkLst>
            <pc:docMk/>
            <pc:sldMk cId="3200621318" sldId="274"/>
            <ac:spMk id="2" creationId="{99BED34F-2DF7-486D-B5FC-CAA50308850C}"/>
          </ac:spMkLst>
        </pc:spChg>
        <pc:spChg chg="add del">
          <ac:chgData name="Thomas, Jinu" userId="664940a3-4071-4068-8a90-b4b0e648f045" providerId="ADAL" clId="{E6213393-C9A7-4AA2-9A78-6C0ED89B6BA3}" dt="2019-08-29T02:30:24.753" v="1543"/>
          <ac:spMkLst>
            <pc:docMk/>
            <pc:sldMk cId="3200621318" sldId="274"/>
            <ac:spMk id="3" creationId="{D5CCDBB1-A199-4CC0-A8D3-09A03588945B}"/>
          </ac:spMkLst>
        </pc:spChg>
        <pc:picChg chg="add del mod">
          <ac:chgData name="Thomas, Jinu" userId="664940a3-4071-4068-8a90-b4b0e648f045" providerId="ADAL" clId="{E6213393-C9A7-4AA2-9A78-6C0ED89B6BA3}" dt="2019-08-29T02:29:48.449" v="1533"/>
          <ac:picMkLst>
            <pc:docMk/>
            <pc:sldMk cId="3200621318" sldId="274"/>
            <ac:picMk id="4" creationId="{B215071B-3B1B-4FBD-AD17-42B484D8F392}"/>
          </ac:picMkLst>
        </pc:picChg>
        <pc:picChg chg="add mod">
          <ac:chgData name="Thomas, Jinu" userId="664940a3-4071-4068-8a90-b4b0e648f045" providerId="ADAL" clId="{E6213393-C9A7-4AA2-9A78-6C0ED89B6BA3}" dt="2019-08-29T02:30:29.330" v="1546" actId="1076"/>
          <ac:picMkLst>
            <pc:docMk/>
            <pc:sldMk cId="3200621318" sldId="274"/>
            <ac:picMk id="5" creationId="{55A83681-F6FD-4413-A213-6EE816587F0E}"/>
          </ac:picMkLst>
        </pc:picChg>
        <pc:picChg chg="add del">
          <ac:chgData name="Thomas, Jinu" userId="664940a3-4071-4068-8a90-b4b0e648f045" providerId="ADAL" clId="{E6213393-C9A7-4AA2-9A78-6C0ED89B6BA3}" dt="2019-08-29T02:30:24.753" v="1543"/>
          <ac:picMkLst>
            <pc:docMk/>
            <pc:sldMk cId="3200621318" sldId="274"/>
            <ac:picMk id="6" creationId="{A29EB0BE-30B8-4ECF-A4B7-0F428FD17117}"/>
          </ac:picMkLst>
        </pc:picChg>
        <pc:picChg chg="add mod">
          <ac:chgData name="Thomas, Jinu" userId="664940a3-4071-4068-8a90-b4b0e648f045" providerId="ADAL" clId="{E6213393-C9A7-4AA2-9A78-6C0ED89B6BA3}" dt="2019-08-29T03:06:01.179" v="1701" actId="1076"/>
          <ac:picMkLst>
            <pc:docMk/>
            <pc:sldMk cId="3200621318" sldId="274"/>
            <ac:picMk id="7" creationId="{C678E775-06B9-4E11-B264-695455AA9DD4}"/>
          </ac:picMkLst>
        </pc:picChg>
      </pc:sldChg>
      <pc:sldChg chg="addSp modSp add">
        <pc:chgData name="Thomas, Jinu" userId="664940a3-4071-4068-8a90-b4b0e648f045" providerId="ADAL" clId="{E6213393-C9A7-4AA2-9A78-6C0ED89B6BA3}" dt="2019-08-29T11:51:29.163" v="2007" actId="1076"/>
        <pc:sldMkLst>
          <pc:docMk/>
          <pc:sldMk cId="3107459551" sldId="275"/>
        </pc:sldMkLst>
        <pc:spChg chg="mod">
          <ac:chgData name="Thomas, Jinu" userId="664940a3-4071-4068-8a90-b4b0e648f045" providerId="ADAL" clId="{E6213393-C9A7-4AA2-9A78-6C0ED89B6BA3}" dt="2019-08-29T03:06:45.697" v="1751" actId="20577"/>
          <ac:spMkLst>
            <pc:docMk/>
            <pc:sldMk cId="3107459551" sldId="275"/>
            <ac:spMk id="2" creationId="{908DB8E8-3055-423D-90E3-4B5217AE7551}"/>
          </ac:spMkLst>
        </pc:spChg>
        <pc:spChg chg="mod">
          <ac:chgData name="Thomas, Jinu" userId="664940a3-4071-4068-8a90-b4b0e648f045" providerId="ADAL" clId="{E6213393-C9A7-4AA2-9A78-6C0ED89B6BA3}" dt="2019-08-29T11:51:29.163" v="2007" actId="1076"/>
          <ac:spMkLst>
            <pc:docMk/>
            <pc:sldMk cId="3107459551" sldId="275"/>
            <ac:spMk id="3" creationId="{8FDFEF8D-AE16-43C8-9D8B-1FAAAF3DABF2}"/>
          </ac:spMkLst>
        </pc:spChg>
        <pc:picChg chg="add mod">
          <ac:chgData name="Thomas, Jinu" userId="664940a3-4071-4068-8a90-b4b0e648f045" providerId="ADAL" clId="{E6213393-C9A7-4AA2-9A78-6C0ED89B6BA3}" dt="2019-08-29T11:47:28.236" v="1970" actId="1076"/>
          <ac:picMkLst>
            <pc:docMk/>
            <pc:sldMk cId="3107459551" sldId="275"/>
            <ac:picMk id="4" creationId="{CB8D8249-53BF-448F-898B-F9C4DD421369}"/>
          </ac:picMkLst>
        </pc:picChg>
        <pc:picChg chg="add mod">
          <ac:chgData name="Thomas, Jinu" userId="664940a3-4071-4068-8a90-b4b0e648f045" providerId="ADAL" clId="{E6213393-C9A7-4AA2-9A78-6C0ED89B6BA3}" dt="2019-08-29T03:06:57.069" v="1754" actId="14100"/>
          <ac:picMkLst>
            <pc:docMk/>
            <pc:sldMk cId="3107459551" sldId="275"/>
            <ac:picMk id="5" creationId="{40696A43-F080-43CB-81A2-5F19957FC83B}"/>
          </ac:picMkLst>
        </pc:picChg>
      </pc:sldChg>
      <pc:sldChg chg="modSp add">
        <pc:chgData name="Thomas, Jinu" userId="664940a3-4071-4068-8a90-b4b0e648f045" providerId="ADAL" clId="{E6213393-C9A7-4AA2-9A78-6C0ED89B6BA3}" dt="2019-08-29T11:51:08.558" v="1982" actId="20577"/>
        <pc:sldMkLst>
          <pc:docMk/>
          <pc:sldMk cId="1472517009" sldId="276"/>
        </pc:sldMkLst>
        <pc:spChg chg="mod">
          <ac:chgData name="Thomas, Jinu" userId="664940a3-4071-4068-8a90-b4b0e648f045" providerId="ADAL" clId="{E6213393-C9A7-4AA2-9A78-6C0ED89B6BA3}" dt="2019-08-29T11:51:08.558" v="1982" actId="20577"/>
          <ac:spMkLst>
            <pc:docMk/>
            <pc:sldMk cId="1472517009" sldId="276"/>
            <ac:spMk id="2" creationId="{09B40005-6448-4413-9B2C-996DB52FCB8A}"/>
          </ac:spMkLst>
        </pc:spChg>
      </pc:sldChg>
    </pc:docChg>
  </pc:docChgLst>
  <pc:docChgLst>
    <pc:chgData name="Thomas, Jinu" userId="S::jthom214@vols.utk.edu::664940a3-4071-4068-8a90-b4b0e648f045" providerId="AD" clId="Web-{C8A6F698-C153-4674-CFCD-0B1209D91C50}"/>
    <pc:docChg chg="modSld">
      <pc:chgData name="Thomas, Jinu" userId="S::jthom214@vols.utk.edu::664940a3-4071-4068-8a90-b4b0e648f045" providerId="AD" clId="Web-{C8A6F698-C153-4674-CFCD-0B1209D91C50}" dt="2019-09-26T16:06:52.099" v="0" actId="1076"/>
      <pc:docMkLst>
        <pc:docMk/>
      </pc:docMkLst>
      <pc:sldChg chg="modSp">
        <pc:chgData name="Thomas, Jinu" userId="S::jthom214@vols.utk.edu::664940a3-4071-4068-8a90-b4b0e648f045" providerId="AD" clId="Web-{C8A6F698-C153-4674-CFCD-0B1209D91C50}" dt="2019-09-26T16:06:52.099" v="0" actId="1076"/>
        <pc:sldMkLst>
          <pc:docMk/>
          <pc:sldMk cId="1678446712" sldId="283"/>
        </pc:sldMkLst>
        <pc:spChg chg="mod">
          <ac:chgData name="Thomas, Jinu" userId="S::jthom214@vols.utk.edu::664940a3-4071-4068-8a90-b4b0e648f045" providerId="AD" clId="Web-{C8A6F698-C153-4674-CFCD-0B1209D91C50}" dt="2019-09-26T16:06:52.099" v="0" actId="1076"/>
          <ac:spMkLst>
            <pc:docMk/>
            <pc:sldMk cId="1678446712" sldId="283"/>
            <ac:spMk id="3" creationId="{E9A050D8-958F-4147-ABE7-EA23FAD2D9EF}"/>
          </ac:spMkLst>
        </pc:spChg>
      </pc:sldChg>
    </pc:docChg>
  </pc:docChgLst>
  <pc:docChgLst>
    <pc:chgData name="Thomas, Jinu" userId="664940a3-4071-4068-8a90-b4b0e648f045" providerId="ADAL" clId="{B4C2BB8F-52ED-444D-8802-566480539992}"/>
    <pc:docChg chg="custSel addSld delSld modSld sldOrd">
      <pc:chgData name="Thomas, Jinu" userId="664940a3-4071-4068-8a90-b4b0e648f045" providerId="ADAL" clId="{B4C2BB8F-52ED-444D-8802-566480539992}" dt="2019-09-26T15:54:25.505" v="1294" actId="5793"/>
      <pc:docMkLst>
        <pc:docMk/>
      </pc:docMkLst>
      <pc:sldChg chg="addSp delSp modSp add ord">
        <pc:chgData name="Thomas, Jinu" userId="664940a3-4071-4068-8a90-b4b0e648f045" providerId="ADAL" clId="{B4C2BB8F-52ED-444D-8802-566480539992}" dt="2019-09-26T15:52:16.426" v="1234" actId="1076"/>
        <pc:sldMkLst>
          <pc:docMk/>
          <pc:sldMk cId="253174483" sldId="277"/>
        </pc:sldMkLst>
        <pc:spChg chg="mod">
          <ac:chgData name="Thomas, Jinu" userId="664940a3-4071-4068-8a90-b4b0e648f045" providerId="ADAL" clId="{B4C2BB8F-52ED-444D-8802-566480539992}" dt="2019-09-26T15:32:31.206" v="36" actId="20577"/>
          <ac:spMkLst>
            <pc:docMk/>
            <pc:sldMk cId="253174483" sldId="277"/>
            <ac:spMk id="2" creationId="{FDF6C764-0F35-48E6-A8D7-1F3A97CDC11F}"/>
          </ac:spMkLst>
        </pc:spChg>
        <pc:spChg chg="del">
          <ac:chgData name="Thomas, Jinu" userId="664940a3-4071-4068-8a90-b4b0e648f045" providerId="ADAL" clId="{B4C2BB8F-52ED-444D-8802-566480539992}" dt="2019-09-26T15:32:11.338" v="20"/>
          <ac:spMkLst>
            <pc:docMk/>
            <pc:sldMk cId="253174483" sldId="277"/>
            <ac:spMk id="3" creationId="{BA69E431-3C8D-4BA2-B2BE-1FF2CFF3478E}"/>
          </ac:spMkLst>
        </pc:spChg>
        <pc:spChg chg="add mod">
          <ac:chgData name="Thomas, Jinu" userId="664940a3-4071-4068-8a90-b4b0e648f045" providerId="ADAL" clId="{B4C2BB8F-52ED-444D-8802-566480539992}" dt="2019-09-26T15:51:21.542" v="1137" actId="1076"/>
          <ac:spMkLst>
            <pc:docMk/>
            <pc:sldMk cId="253174483" sldId="277"/>
            <ac:spMk id="5" creationId="{99B1DC9D-85E3-4380-9272-B0FF538CC52E}"/>
          </ac:spMkLst>
        </pc:spChg>
        <pc:spChg chg="add mod">
          <ac:chgData name="Thomas, Jinu" userId="664940a3-4071-4068-8a90-b4b0e648f045" providerId="ADAL" clId="{B4C2BB8F-52ED-444D-8802-566480539992}" dt="2019-09-26T15:52:13.879" v="1233" actId="1076"/>
          <ac:spMkLst>
            <pc:docMk/>
            <pc:sldMk cId="253174483" sldId="277"/>
            <ac:spMk id="8" creationId="{3663FA45-3C4A-4A59-AF27-9E29E3D4CF6B}"/>
          </ac:spMkLst>
        </pc:spChg>
        <pc:picChg chg="add del mod">
          <ac:chgData name="Thomas, Jinu" userId="664940a3-4071-4068-8a90-b4b0e648f045" providerId="ADAL" clId="{B4C2BB8F-52ED-444D-8802-566480539992}" dt="2019-09-26T15:48:56.722" v="977" actId="478"/>
          <ac:picMkLst>
            <pc:docMk/>
            <pc:sldMk cId="253174483" sldId="277"/>
            <ac:picMk id="4" creationId="{9A21F056-8BD3-418B-9FC6-4EDDCADF8C3F}"/>
          </ac:picMkLst>
        </pc:picChg>
        <pc:picChg chg="add mod">
          <ac:chgData name="Thomas, Jinu" userId="664940a3-4071-4068-8a90-b4b0e648f045" providerId="ADAL" clId="{B4C2BB8F-52ED-444D-8802-566480539992}" dt="2019-09-26T15:52:16.426" v="1234" actId="1076"/>
          <ac:picMkLst>
            <pc:docMk/>
            <pc:sldMk cId="253174483" sldId="277"/>
            <ac:picMk id="6" creationId="{997DD172-6FAB-464A-916C-144BAC31DCB1}"/>
          </ac:picMkLst>
        </pc:picChg>
      </pc:sldChg>
      <pc:sldChg chg="addSp delSp modSp add">
        <pc:chgData name="Thomas, Jinu" userId="664940a3-4071-4068-8a90-b4b0e648f045" providerId="ADAL" clId="{B4C2BB8F-52ED-444D-8802-566480539992}" dt="2019-09-26T15:50:33.914" v="1009" actId="2710"/>
        <pc:sldMkLst>
          <pc:docMk/>
          <pc:sldMk cId="2617039413" sldId="278"/>
        </pc:sldMkLst>
        <pc:spChg chg="mod">
          <ac:chgData name="Thomas, Jinu" userId="664940a3-4071-4068-8a90-b4b0e648f045" providerId="ADAL" clId="{B4C2BB8F-52ED-444D-8802-566480539992}" dt="2019-09-26T15:49:51.987" v="985" actId="20577"/>
          <ac:spMkLst>
            <pc:docMk/>
            <pc:sldMk cId="2617039413" sldId="278"/>
            <ac:spMk id="2" creationId="{BC261972-889A-4BF5-B18C-7472FD32FBAE}"/>
          </ac:spMkLst>
        </pc:spChg>
        <pc:spChg chg="del">
          <ac:chgData name="Thomas, Jinu" userId="664940a3-4071-4068-8a90-b4b0e648f045" providerId="ADAL" clId="{B4C2BB8F-52ED-444D-8802-566480539992}" dt="2019-09-26T15:33:06.753" v="38"/>
          <ac:spMkLst>
            <pc:docMk/>
            <pc:sldMk cId="2617039413" sldId="278"/>
            <ac:spMk id="3" creationId="{57774252-907D-4AB6-98B0-C2D69D7D3CF9}"/>
          </ac:spMkLst>
        </pc:spChg>
        <pc:spChg chg="add mod">
          <ac:chgData name="Thomas, Jinu" userId="664940a3-4071-4068-8a90-b4b0e648f045" providerId="ADAL" clId="{B4C2BB8F-52ED-444D-8802-566480539992}" dt="2019-09-26T15:50:33.914" v="1009" actId="2710"/>
          <ac:spMkLst>
            <pc:docMk/>
            <pc:sldMk cId="2617039413" sldId="278"/>
            <ac:spMk id="6" creationId="{435573A3-8765-4440-95E3-3252973429FB}"/>
          </ac:spMkLst>
        </pc:spChg>
        <pc:picChg chg="add del mod">
          <ac:chgData name="Thomas, Jinu" userId="664940a3-4071-4068-8a90-b4b0e648f045" providerId="ADAL" clId="{B4C2BB8F-52ED-444D-8802-566480539992}" dt="2019-09-26T15:41:25.245" v="431" actId="478"/>
          <ac:picMkLst>
            <pc:docMk/>
            <pc:sldMk cId="2617039413" sldId="278"/>
            <ac:picMk id="4" creationId="{9213BF80-8817-4462-99CE-20FDB611B38F}"/>
          </ac:picMkLst>
        </pc:picChg>
        <pc:picChg chg="add del mod">
          <ac:chgData name="Thomas, Jinu" userId="664940a3-4071-4068-8a90-b4b0e648f045" providerId="ADAL" clId="{B4C2BB8F-52ED-444D-8802-566480539992}" dt="2019-09-26T15:48:04.240" v="930" actId="478"/>
          <ac:picMkLst>
            <pc:docMk/>
            <pc:sldMk cId="2617039413" sldId="278"/>
            <ac:picMk id="7" creationId="{EC597BAD-6784-4AF2-999D-AB1B8BEE153E}"/>
          </ac:picMkLst>
        </pc:picChg>
        <pc:picChg chg="add mod">
          <ac:chgData name="Thomas, Jinu" userId="664940a3-4071-4068-8a90-b4b0e648f045" providerId="ADAL" clId="{B4C2BB8F-52ED-444D-8802-566480539992}" dt="2019-09-26T15:50:13.103" v="1007" actId="1076"/>
          <ac:picMkLst>
            <pc:docMk/>
            <pc:sldMk cId="2617039413" sldId="278"/>
            <ac:picMk id="8" creationId="{03DF06E7-7E61-4BBB-914A-026B344E38DC}"/>
          </ac:picMkLst>
        </pc:picChg>
      </pc:sldChg>
      <pc:sldChg chg="addSp delSp modSp add del ord">
        <pc:chgData name="Thomas, Jinu" userId="664940a3-4071-4068-8a90-b4b0e648f045" providerId="ADAL" clId="{B4C2BB8F-52ED-444D-8802-566480539992}" dt="2019-09-26T15:47:56.474" v="929" actId="2696"/>
        <pc:sldMkLst>
          <pc:docMk/>
          <pc:sldMk cId="1900797123" sldId="279"/>
        </pc:sldMkLst>
        <pc:spChg chg="mod">
          <ac:chgData name="Thomas, Jinu" userId="664940a3-4071-4068-8a90-b4b0e648f045" providerId="ADAL" clId="{B4C2BB8F-52ED-444D-8802-566480539992}" dt="2019-09-26T15:40:45.279" v="427" actId="20577"/>
          <ac:spMkLst>
            <pc:docMk/>
            <pc:sldMk cId="1900797123" sldId="279"/>
            <ac:spMk id="2" creationId="{F7042772-9DC4-4084-8994-4093292155AC}"/>
          </ac:spMkLst>
        </pc:spChg>
        <pc:spChg chg="del">
          <ac:chgData name="Thomas, Jinu" userId="664940a3-4071-4068-8a90-b4b0e648f045" providerId="ADAL" clId="{B4C2BB8F-52ED-444D-8802-566480539992}" dt="2019-09-26T15:40:35.295" v="399"/>
          <ac:spMkLst>
            <pc:docMk/>
            <pc:sldMk cId="1900797123" sldId="279"/>
            <ac:spMk id="3" creationId="{0E14434B-29E8-45FB-9662-14BE6C986FE8}"/>
          </ac:spMkLst>
        </pc:spChg>
        <pc:spChg chg="add mod">
          <ac:chgData name="Thomas, Jinu" userId="664940a3-4071-4068-8a90-b4b0e648f045" providerId="ADAL" clId="{B4C2BB8F-52ED-444D-8802-566480539992}" dt="2019-09-26T15:46:27.659" v="916"/>
          <ac:spMkLst>
            <pc:docMk/>
            <pc:sldMk cId="1900797123" sldId="279"/>
            <ac:spMk id="6" creationId="{BEBEB22C-CB1A-4593-84C1-FFB5EB7348B5}"/>
          </ac:spMkLst>
        </pc:spChg>
        <pc:picChg chg="add del mod">
          <ac:chgData name="Thomas, Jinu" userId="664940a3-4071-4068-8a90-b4b0e648f045" providerId="ADAL" clId="{B4C2BB8F-52ED-444D-8802-566480539992}" dt="2019-09-26T15:40:07.599" v="397" actId="478"/>
          <ac:picMkLst>
            <pc:docMk/>
            <pc:sldMk cId="1900797123" sldId="279"/>
            <ac:picMk id="4" creationId="{8DE7C900-C803-4C84-9237-CE6D78B195C0}"/>
          </ac:picMkLst>
        </pc:picChg>
        <pc:picChg chg="add del mod">
          <ac:chgData name="Thomas, Jinu" userId="664940a3-4071-4068-8a90-b4b0e648f045" providerId="ADAL" clId="{B4C2BB8F-52ED-444D-8802-566480539992}" dt="2019-09-26T15:46:27.659" v="916"/>
          <ac:picMkLst>
            <pc:docMk/>
            <pc:sldMk cId="1900797123" sldId="279"/>
            <ac:picMk id="5" creationId="{6209E63C-5A5F-410E-B1FA-57774CF8745D}"/>
          </ac:picMkLst>
        </pc:picChg>
      </pc:sldChg>
      <pc:sldChg chg="addSp delSp modSp add">
        <pc:chgData name="Thomas, Jinu" userId="664940a3-4071-4068-8a90-b4b0e648f045" providerId="ADAL" clId="{B4C2BB8F-52ED-444D-8802-566480539992}" dt="2019-09-26T15:54:25.505" v="1294" actId="5793"/>
        <pc:sldMkLst>
          <pc:docMk/>
          <pc:sldMk cId="907339757" sldId="280"/>
        </pc:sldMkLst>
        <pc:spChg chg="mod">
          <ac:chgData name="Thomas, Jinu" userId="664940a3-4071-4068-8a90-b4b0e648f045" providerId="ADAL" clId="{B4C2BB8F-52ED-444D-8802-566480539992}" dt="2019-09-26T15:52:52.081" v="1245" actId="20577"/>
          <ac:spMkLst>
            <pc:docMk/>
            <pc:sldMk cId="907339757" sldId="280"/>
            <ac:spMk id="2" creationId="{058B14F8-B926-4A60-BF25-EB6160C0A40C}"/>
          </ac:spMkLst>
        </pc:spChg>
        <pc:spChg chg="del">
          <ac:chgData name="Thomas, Jinu" userId="664940a3-4071-4068-8a90-b4b0e648f045" providerId="ADAL" clId="{B4C2BB8F-52ED-444D-8802-566480539992}" dt="2019-09-26T15:34:32.215" v="66"/>
          <ac:spMkLst>
            <pc:docMk/>
            <pc:sldMk cId="907339757" sldId="280"/>
            <ac:spMk id="3" creationId="{A5B4FB3E-D6FA-47B5-BFED-68FF38F399B1}"/>
          </ac:spMkLst>
        </pc:spChg>
        <pc:spChg chg="add mod">
          <ac:chgData name="Thomas, Jinu" userId="664940a3-4071-4068-8a90-b4b0e648f045" providerId="ADAL" clId="{B4C2BB8F-52ED-444D-8802-566480539992}" dt="2019-09-26T15:54:25.505" v="1294" actId="5793"/>
          <ac:spMkLst>
            <pc:docMk/>
            <pc:sldMk cId="907339757" sldId="280"/>
            <ac:spMk id="5" creationId="{AABCCD08-4BD5-468B-8781-B529475ED0DC}"/>
          </ac:spMkLst>
        </pc:spChg>
        <pc:spChg chg="add del mod">
          <ac:chgData name="Thomas, Jinu" userId="664940a3-4071-4068-8a90-b4b0e648f045" providerId="ADAL" clId="{B4C2BB8F-52ED-444D-8802-566480539992}" dt="2019-09-26T15:37:44.780" v="260"/>
          <ac:spMkLst>
            <pc:docMk/>
            <pc:sldMk cId="907339757" sldId="280"/>
            <ac:spMk id="7" creationId="{EF311BBA-97BB-41AD-91D2-68F2A4121CF0}"/>
          </ac:spMkLst>
        </pc:spChg>
        <pc:picChg chg="add del mod">
          <ac:chgData name="Thomas, Jinu" userId="664940a3-4071-4068-8a90-b4b0e648f045" providerId="ADAL" clId="{B4C2BB8F-52ED-444D-8802-566480539992}" dt="2019-09-26T15:37:22.847" v="259" actId="478"/>
          <ac:picMkLst>
            <pc:docMk/>
            <pc:sldMk cId="907339757" sldId="280"/>
            <ac:picMk id="4" creationId="{4754538B-8A24-4524-8F41-0EAD9512A101}"/>
          </ac:picMkLst>
        </pc:picChg>
        <pc:picChg chg="add mod">
          <ac:chgData name="Thomas, Jinu" userId="664940a3-4071-4068-8a90-b4b0e648f045" providerId="ADAL" clId="{B4C2BB8F-52ED-444D-8802-566480539992}" dt="2019-09-26T15:37:57.327" v="263" actId="1076"/>
          <ac:picMkLst>
            <pc:docMk/>
            <pc:sldMk cId="907339757" sldId="280"/>
            <ac:picMk id="8" creationId="{6FC4B410-2C12-415E-A971-654997D9BF73}"/>
          </ac:picMkLst>
        </pc:picChg>
      </pc:sldChg>
      <pc:sldChg chg="add del">
        <pc:chgData name="Thomas, Jinu" userId="664940a3-4071-4068-8a90-b4b0e648f045" providerId="ADAL" clId="{B4C2BB8F-52ED-444D-8802-566480539992}" dt="2019-09-26T15:52:37.278" v="1235" actId="2696"/>
        <pc:sldMkLst>
          <pc:docMk/>
          <pc:sldMk cId="850848067" sldId="281"/>
        </pc:sldMkLst>
      </pc:sldChg>
      <pc:sldChg chg="add">
        <pc:chgData name="Thomas, Jinu" userId="664940a3-4071-4068-8a90-b4b0e648f045" providerId="ADAL" clId="{B4C2BB8F-52ED-444D-8802-566480539992}" dt="2019-09-26T15:37:11.613" v="258"/>
        <pc:sldMkLst>
          <pc:docMk/>
          <pc:sldMk cId="2882465586" sldId="282"/>
        </pc:sldMkLst>
      </pc:sldChg>
      <pc:sldChg chg="addSp modSp add ord">
        <pc:chgData name="Thomas, Jinu" userId="664940a3-4071-4068-8a90-b4b0e648f045" providerId="ADAL" clId="{B4C2BB8F-52ED-444D-8802-566480539992}" dt="2019-09-26T15:49:48.473" v="984"/>
        <pc:sldMkLst>
          <pc:docMk/>
          <pc:sldMk cId="1678446712" sldId="283"/>
        </pc:sldMkLst>
        <pc:spChg chg="mod">
          <ac:chgData name="Thomas, Jinu" userId="664940a3-4071-4068-8a90-b4b0e648f045" providerId="ADAL" clId="{B4C2BB8F-52ED-444D-8802-566480539992}" dt="2019-09-26T15:49:45.838" v="983" actId="20577"/>
          <ac:spMkLst>
            <pc:docMk/>
            <pc:sldMk cId="1678446712" sldId="283"/>
            <ac:spMk id="2" creationId="{345525B9-B0FD-49D4-9967-98C95194E6D5}"/>
          </ac:spMkLst>
        </pc:spChg>
        <pc:spChg chg="mod">
          <ac:chgData name="Thomas, Jinu" userId="664940a3-4071-4068-8a90-b4b0e648f045" providerId="ADAL" clId="{B4C2BB8F-52ED-444D-8802-566480539992}" dt="2019-09-26T15:48:35.632" v="938"/>
          <ac:spMkLst>
            <pc:docMk/>
            <pc:sldMk cId="1678446712" sldId="283"/>
            <ac:spMk id="3" creationId="{E9A050D8-958F-4147-ABE7-EA23FAD2D9EF}"/>
          </ac:spMkLst>
        </pc:spChg>
        <pc:picChg chg="add mod">
          <ac:chgData name="Thomas, Jinu" userId="664940a3-4071-4068-8a90-b4b0e648f045" providerId="ADAL" clId="{B4C2BB8F-52ED-444D-8802-566480539992}" dt="2019-09-26T15:49:42.485" v="982" actId="14100"/>
          <ac:picMkLst>
            <pc:docMk/>
            <pc:sldMk cId="1678446712" sldId="283"/>
            <ac:picMk id="4" creationId="{8C659948-B541-4390-A47E-301D55D796E2}"/>
          </ac:picMkLst>
        </pc:picChg>
      </pc:sldChg>
    </pc:docChg>
  </pc:docChgLst>
  <pc:docChgLst>
    <pc:chgData name="Thomas, Jinu" userId="S::jthom214@vols.utk.edu::664940a3-4071-4068-8a90-b4b0e648f045" providerId="AD" clId="Web-{16ADD3C5-9AC0-9BD4-B3F2-112523239E77}"/>
    <pc:docChg chg="modSld">
      <pc:chgData name="Thomas, Jinu" userId="S::jthom214@vols.utk.edu::664940a3-4071-4068-8a90-b4b0e648f045" providerId="AD" clId="Web-{16ADD3C5-9AC0-9BD4-B3F2-112523239E77}" dt="2020-02-12T22:37:48.830" v="0" actId="1076"/>
      <pc:docMkLst>
        <pc:docMk/>
      </pc:docMkLst>
      <pc:sldChg chg="modSp">
        <pc:chgData name="Thomas, Jinu" userId="S::jthom214@vols.utk.edu::664940a3-4071-4068-8a90-b4b0e648f045" providerId="AD" clId="Web-{16ADD3C5-9AC0-9BD4-B3F2-112523239E77}" dt="2020-02-12T22:37:48.830" v="0" actId="1076"/>
        <pc:sldMkLst>
          <pc:docMk/>
          <pc:sldMk cId="3200621318" sldId="274"/>
        </pc:sldMkLst>
        <pc:picChg chg="mod">
          <ac:chgData name="Thomas, Jinu" userId="S::jthom214@vols.utk.edu::664940a3-4071-4068-8a90-b4b0e648f045" providerId="AD" clId="Web-{16ADD3C5-9AC0-9BD4-B3F2-112523239E77}" dt="2020-02-12T22:37:48.830" v="0" actId="1076"/>
          <ac:picMkLst>
            <pc:docMk/>
            <pc:sldMk cId="3200621318" sldId="274"/>
            <ac:picMk id="7" creationId="{C678E775-06B9-4E11-B264-695455AA9DD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175D3E-5279-4E63-9B53-B33CEA7D22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316E4-07CB-45D6-9046-A71927962C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3222D-B4FA-4636-B3CF-F9FB572B1BC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2481C-1830-4B9E-9AB4-981C25E7B2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Credit :http://www.esrf.eu/home/UsersAndScience/Experiments/EMD/ID32/RIXS.html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37338-E0E3-495A-AC48-6EB2BFC1D7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D3D64-A53D-4880-AFA6-C997A597B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7496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64B5E-2BBC-4373-B86A-DB6106C583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Credit :http://www.esrf.eu/home/UsersAndScience/Experiments/EMD/ID32/RIXS.html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8500A-80D8-4EB7-B47E-4B5D8355A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68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DF82-0D15-41B3-9D2C-7C3A70634D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Orbital(dd)excitations of undoped </a:t>
            </a:r>
            <a:r>
              <a:rPr lang="en-US" dirty="0" err="1"/>
              <a:t>cuprates</a:t>
            </a:r>
            <a:r>
              <a:rPr lang="en-US" dirty="0"/>
              <a:t> using RIXS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A903-C3F9-4D82-8E90-B28FECA2D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Jinu Thomas</a:t>
            </a:r>
          </a:p>
        </p:txBody>
      </p:sp>
    </p:spTree>
    <p:extLst>
      <p:ext uri="{BB962C8B-B14F-4D97-AF65-F5344CB8AC3E}">
        <p14:creationId xmlns:p14="http://schemas.microsoft.com/office/powerpoint/2010/main" val="235653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15B4-4653-4538-A49C-8A3DA62D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RIXS - Technique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B0EB46-4021-4B85-8C5D-93668CB01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905000"/>
            <a:ext cx="5764928" cy="341091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EFFF36-8378-4545-949B-F7369FBAEEB9}"/>
              </a:ext>
            </a:extLst>
          </p:cNvPr>
          <p:cNvSpPr txBox="1">
            <a:spLocks/>
          </p:cNvSpPr>
          <p:nvPr/>
        </p:nvSpPr>
        <p:spPr>
          <a:xfrm>
            <a:off x="1701446" y="1905000"/>
            <a:ext cx="4859152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dirty="0"/>
              <a:t>Resonant Inelastic X-Ray Scattering</a:t>
            </a:r>
          </a:p>
          <a:p>
            <a:pPr>
              <a:lnSpc>
                <a:spcPct val="200000"/>
              </a:lnSpc>
            </a:pPr>
            <a:r>
              <a:rPr lang="en-US" dirty="0"/>
              <a:t>High energy photons</a:t>
            </a:r>
          </a:p>
          <a:p>
            <a:pPr>
              <a:lnSpc>
                <a:spcPct val="200000"/>
              </a:lnSpc>
            </a:pPr>
            <a:r>
              <a:rPr lang="en-US" dirty="0"/>
              <a:t>Resonant if the energy difference coincides core level excitations.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46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14F8-B926-4A60-BF25-EB6160C0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RIXS Cross-Section – Geometrical parameter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CCD08-4BD5-468B-8781-B529475ED0DC}"/>
              </a:ext>
            </a:extLst>
          </p:cNvPr>
          <p:cNvSpPr txBox="1"/>
          <p:nvPr/>
        </p:nvSpPr>
        <p:spPr>
          <a:xfrm>
            <a:off x="2592926" y="3523554"/>
            <a:ext cx="74565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– Step process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2p states have strong LS coupling but 3d states do not.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Tq</a:t>
            </a:r>
            <a:r>
              <a:rPr lang="en-US" dirty="0"/>
              <a:t> is the polarization operator.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Outgoing polarization need to be summed over since it’s not measured.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Dipole Transition is allowed</a:t>
            </a:r>
          </a:p>
          <a:p>
            <a:r>
              <a:rPr lang="en-US" dirty="0"/>
              <a:t>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C4B410-2C12-415E-A971-654997D9B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905000"/>
            <a:ext cx="7106210" cy="111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3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F03F-6B86-44E7-9D15-9725A055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Dipole Matrix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0F9CE-7526-4E5B-835F-4DED1513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566" y="3429000"/>
            <a:ext cx="8915400" cy="3777622"/>
          </a:xfrm>
        </p:spPr>
        <p:txBody>
          <a:bodyPr/>
          <a:lstStyle/>
          <a:p>
            <a:r>
              <a:rPr lang="en-US" dirty="0"/>
              <a:t>The matrix elements simplifies to the above equation.</a:t>
            </a:r>
          </a:p>
          <a:p>
            <a:r>
              <a:rPr lang="en-US" dirty="0"/>
              <a:t>For polarization of light along x, y or z axis these integrals become constants</a:t>
            </a:r>
          </a:p>
          <a:p>
            <a:r>
              <a:rPr lang="en-US" dirty="0"/>
              <a:t>How long does it take for a grad student to calculate these values?</a:t>
            </a:r>
          </a:p>
          <a:p>
            <a:pPr lvl="1"/>
            <a:r>
              <a:rPr lang="en-US" dirty="0"/>
              <a:t>4 weeks </a:t>
            </a:r>
            <a:r>
              <a:rPr lang="en-US" dirty="0">
                <a:sym typeface="Wingdings" panose="05000000000000000000" pitchFamily="2" charset="2"/>
              </a:rPr>
              <a:t>!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2 weeks to realize that symbolic variables are useless in </a:t>
            </a:r>
            <a:r>
              <a:rPr lang="en-US" dirty="0" err="1">
                <a:sym typeface="Wingdings" panose="05000000000000000000" pitchFamily="2" charset="2"/>
              </a:rPr>
              <a:t>Matlab</a:t>
            </a:r>
            <a:r>
              <a:rPr lang="en-US" dirty="0">
                <a:sym typeface="Wingdings" panose="05000000000000000000" pitchFamily="2" charset="2"/>
              </a:rPr>
              <a:t> and switch to matrix operations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 week to account for spins and realize ‘pi’ should not be used as a variable in </a:t>
            </a:r>
            <a:r>
              <a:rPr lang="en-US" dirty="0" err="1">
                <a:sym typeface="Wingdings" panose="05000000000000000000" pitchFamily="2" charset="2"/>
              </a:rPr>
              <a:t>matlab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1 week to realize that d</a:t>
            </a:r>
            <a:r>
              <a:rPr lang="el-GR" dirty="0">
                <a:sym typeface="Wingdings" panose="05000000000000000000" pitchFamily="2" charset="2"/>
              </a:rPr>
              <a:t>Ω</a:t>
            </a:r>
            <a:r>
              <a:rPr lang="en-US" dirty="0">
                <a:sym typeface="Wingdings" panose="05000000000000000000" pitchFamily="2" charset="2"/>
              </a:rPr>
              <a:t> = sin(</a:t>
            </a:r>
            <a:r>
              <a:rPr lang="el-GR" dirty="0">
                <a:sym typeface="Wingdings" panose="05000000000000000000" pitchFamily="2" charset="2"/>
              </a:rPr>
              <a:t>θ</a:t>
            </a:r>
            <a:r>
              <a:rPr lang="en-US" dirty="0">
                <a:sym typeface="Wingdings" panose="05000000000000000000" pitchFamily="2" charset="2"/>
              </a:rPr>
              <a:t>)d</a:t>
            </a:r>
            <a:r>
              <a:rPr lang="el-GR" dirty="0">
                <a:sym typeface="Wingdings" panose="05000000000000000000" pitchFamily="2" charset="2"/>
              </a:rPr>
              <a:t>φ</a:t>
            </a:r>
            <a:r>
              <a:rPr lang="en-US" dirty="0">
                <a:sym typeface="Wingdings" panose="05000000000000000000" pitchFamily="2" charset="2"/>
              </a:rPr>
              <a:t>d</a:t>
            </a:r>
            <a:r>
              <a:rPr lang="el-GR" dirty="0">
                <a:sym typeface="Wingdings" panose="05000000000000000000" pitchFamily="2" charset="2"/>
              </a:rPr>
              <a:t>θ</a:t>
            </a:r>
            <a:r>
              <a:rPr lang="en-US" dirty="0">
                <a:sym typeface="Wingdings" panose="05000000000000000000" pitchFamily="2" charset="2"/>
              </a:rPr>
              <a:t> and not d</a:t>
            </a:r>
            <a:r>
              <a:rPr lang="el-GR" dirty="0">
                <a:sym typeface="Wingdings" panose="05000000000000000000" pitchFamily="2" charset="2"/>
              </a:rPr>
              <a:t>φ</a:t>
            </a:r>
            <a:r>
              <a:rPr lang="en-US" dirty="0">
                <a:sym typeface="Wingdings" panose="05000000000000000000" pitchFamily="2" charset="2"/>
              </a:rPr>
              <a:t>d</a:t>
            </a:r>
            <a:r>
              <a:rPr lang="el-GR" dirty="0">
                <a:sym typeface="Wingdings" panose="05000000000000000000" pitchFamily="2" charset="2"/>
              </a:rPr>
              <a:t>θ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The entire time to figure out what the </a:t>
            </a:r>
            <a:r>
              <a:rPr lang="en-US" dirty="0" err="1">
                <a:sym typeface="Wingdings" panose="05000000000000000000" pitchFamily="2" charset="2"/>
              </a:rPr>
              <a:t>prefactor</a:t>
            </a:r>
            <a:r>
              <a:rPr lang="en-US" dirty="0">
                <a:sym typeface="Wingdings" panose="05000000000000000000" pitchFamily="2" charset="2"/>
              </a:rPr>
              <a:t> is: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9F299B-03AC-4B9C-BA03-E47222C85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66" y="1557130"/>
            <a:ext cx="6322509" cy="148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4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9FC8-A51B-45D7-BD31-0B124779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0159"/>
            <a:ext cx="8911687" cy="1280890"/>
          </a:xfrm>
        </p:spPr>
        <p:txBody>
          <a:bodyPr>
            <a:normAutofit/>
          </a:bodyPr>
          <a:lstStyle/>
          <a:p>
            <a:r>
              <a:rPr lang="en-US" sz="2800" dirty="0"/>
              <a:t>Dipole Matrix Elements – But why are they different?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20342-F8D1-48B8-B41D-B4C4E91A8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57953"/>
            <a:ext cx="4100236" cy="53859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C8C6B1-BD0B-4D07-A254-8340D085B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764" y="1257952"/>
            <a:ext cx="4100236" cy="539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6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9FC8-A51B-45D7-BD31-0B124779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0159"/>
            <a:ext cx="8911687" cy="1280890"/>
          </a:xfrm>
        </p:spPr>
        <p:txBody>
          <a:bodyPr/>
          <a:lstStyle/>
          <a:p>
            <a:r>
              <a:rPr lang="en-US" dirty="0"/>
              <a:t>Dipole Matrix Elements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20342-F8D1-48B8-B41D-B4C4E91A8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57953"/>
            <a:ext cx="4100236" cy="53859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C8C6B1-BD0B-4D07-A254-8340D085B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764" y="1257952"/>
            <a:ext cx="4100236" cy="539591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697C810-16A1-4F0C-B8AF-C0C626D63A80}"/>
              </a:ext>
            </a:extLst>
          </p:cNvPr>
          <p:cNvSpPr/>
          <p:nvPr/>
        </p:nvSpPr>
        <p:spPr>
          <a:xfrm>
            <a:off x="6689035" y="2156791"/>
            <a:ext cx="3021495" cy="2484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Matrix Elements are multiplied by √15</a:t>
            </a:r>
          </a:p>
        </p:txBody>
      </p:sp>
    </p:spTree>
    <p:extLst>
      <p:ext uri="{BB962C8B-B14F-4D97-AF65-F5344CB8AC3E}">
        <p14:creationId xmlns:p14="http://schemas.microsoft.com/office/powerpoint/2010/main" val="301399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C764-0F35-48E6-A8D7-1F3A97CD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RIXS Cross- Section- Geometry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1DC9D-85E3-4380-9272-B0FF538CC52E}"/>
              </a:ext>
            </a:extLst>
          </p:cNvPr>
          <p:cNvSpPr txBox="1"/>
          <p:nvPr/>
        </p:nvSpPr>
        <p:spPr>
          <a:xfrm>
            <a:off x="1772575" y="1771835"/>
            <a:ext cx="4323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DD172-6FAB-464A-916C-144BAC31D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350" y="1905000"/>
            <a:ext cx="4740183" cy="429210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63FA45-3C4A-4A59-AF27-9E29E3D4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004" y="2453197"/>
            <a:ext cx="5320792" cy="305983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Incoming polarization is known. </a:t>
            </a:r>
          </a:p>
          <a:p>
            <a:pPr>
              <a:lnSpc>
                <a:spcPct val="200000"/>
              </a:lnSpc>
            </a:pPr>
            <a:r>
              <a:rPr lang="en-US" dirty="0"/>
              <a:t>Path of the incoming and outgoing photons are fixed.</a:t>
            </a:r>
          </a:p>
        </p:txBody>
      </p:sp>
    </p:spTree>
    <p:extLst>
      <p:ext uri="{BB962C8B-B14F-4D97-AF65-F5344CB8AC3E}">
        <p14:creationId xmlns:p14="http://schemas.microsoft.com/office/powerpoint/2010/main" val="25317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25B9-B0FD-49D4-9967-98C95194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parameters are controlled? -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50D8-958F-4147-ABE7-EA23FAD2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52" y="2712720"/>
            <a:ext cx="8915400" cy="3777622"/>
          </a:xfrm>
        </p:spPr>
        <p:txBody>
          <a:bodyPr/>
          <a:lstStyle/>
          <a:p>
            <a:r>
              <a:rPr lang="el-GR" dirty="0"/>
              <a:t>δ</a:t>
            </a:r>
            <a:r>
              <a:rPr lang="en-US" dirty="0"/>
              <a:t> for tilting of the material</a:t>
            </a:r>
          </a:p>
          <a:p>
            <a:pPr lvl="1"/>
            <a:r>
              <a:rPr lang="en-US" dirty="0"/>
              <a:t>Rotation w.r.t to z axis.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59948-B541-4390-A47E-301D55D79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395" y="1966835"/>
            <a:ext cx="2738673" cy="291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4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1972-889A-4BF5-B18C-7472FD32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parameters are controlled? - II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573A3-8765-4440-95E3-325297342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819" y="2035945"/>
            <a:ext cx="4893290" cy="358362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l-GR" dirty="0"/>
              <a:t>Φ</a:t>
            </a:r>
            <a:r>
              <a:rPr lang="en-US" dirty="0"/>
              <a:t> for incident and outgoing rays (but are equal)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Rotation of the material with respect to the x axis.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Currently showing δ=0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03DF06E7-7E61-4BBB-914A-026B344E3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768" y="1905000"/>
            <a:ext cx="3802295" cy="38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3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23C8-8FF5-49A4-9C1C-C50ED334C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451" y="571858"/>
            <a:ext cx="8911687" cy="1280890"/>
          </a:xfrm>
        </p:spPr>
        <p:txBody>
          <a:bodyPr/>
          <a:lstStyle/>
          <a:p>
            <a:r>
              <a:rPr lang="en-US" dirty="0"/>
              <a:t>Project – Fall 2019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A5D687-0823-4DDC-94EE-4B40D865B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109" y="1852748"/>
            <a:ext cx="9320370" cy="361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9D9D7-112D-4255-8677-1BA6F1D1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28CE-9010-42C5-BCCC-110BC8957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dirty="0"/>
              <a:t>High T</a:t>
            </a:r>
            <a:r>
              <a:rPr lang="en-US" baseline="-25000" dirty="0"/>
              <a:t>c</a:t>
            </a:r>
            <a:r>
              <a:rPr lang="en-US" dirty="0"/>
              <a:t> superconductivity in </a:t>
            </a:r>
            <a:r>
              <a:rPr lang="en-US" dirty="0" err="1"/>
              <a:t>Cuprates</a:t>
            </a:r>
            <a:endParaRPr lang="en-US" dirty="0"/>
          </a:p>
          <a:p>
            <a:pPr lvl="1"/>
            <a:r>
              <a:rPr lang="en-US" dirty="0"/>
              <a:t>Forming Cooper Pairs</a:t>
            </a:r>
          </a:p>
          <a:p>
            <a:pPr lvl="2"/>
            <a:r>
              <a:rPr lang="en-US" dirty="0"/>
              <a:t>Low Energy </a:t>
            </a:r>
            <a:r>
              <a:rPr lang="en-US" dirty="0" err="1"/>
              <a:t>Excitaions</a:t>
            </a:r>
            <a:endParaRPr lang="en-US" dirty="0"/>
          </a:p>
          <a:p>
            <a:pPr lvl="3"/>
            <a:r>
              <a:rPr lang="en-US" dirty="0"/>
              <a:t>Phonon excitations (90 </a:t>
            </a:r>
            <a:r>
              <a:rPr lang="en-US" dirty="0" err="1"/>
              <a:t>meV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Spin excitations (300 </a:t>
            </a:r>
            <a:r>
              <a:rPr lang="en-US" dirty="0" err="1"/>
              <a:t>meV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Orbital (dd) excitations (~1.5ev)</a:t>
            </a:r>
          </a:p>
          <a:p>
            <a:pPr lvl="3"/>
            <a:r>
              <a:rPr lang="en-US" dirty="0"/>
              <a:t>Symmetry changes of occupied Cu-3d orbitals</a:t>
            </a:r>
          </a:p>
          <a:p>
            <a:pPr lvl="1"/>
            <a:r>
              <a:rPr lang="en-US" dirty="0"/>
              <a:t>No consensus on theoretical and experimental values exist. </a:t>
            </a:r>
          </a:p>
          <a:p>
            <a:r>
              <a:rPr lang="en-US" dirty="0"/>
              <a:t>Electronic Structure of </a:t>
            </a:r>
            <a:r>
              <a:rPr lang="en-US" dirty="0" err="1"/>
              <a:t>Cuprates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5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B941-DF6E-4E23-AB88-DF219098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Tetrahedral Distortion to Crystal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47883-4445-4647-B7A8-6A9F6F590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1488" y="1759132"/>
            <a:ext cx="5378049" cy="377825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0E72F2-F6D8-4FD4-929D-D16257350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32" y="1759132"/>
            <a:ext cx="5377632" cy="3778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3C1D95-E992-4FA8-8C42-0571E1B1969D}"/>
              </a:ext>
            </a:extLst>
          </p:cNvPr>
          <p:cNvSpPr txBox="1"/>
          <p:nvPr/>
        </p:nvSpPr>
        <p:spPr>
          <a:xfrm>
            <a:off x="2494253" y="6080001"/>
            <a:ext cx="7994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 : </a:t>
            </a:r>
            <a:r>
              <a:rPr lang="en-US" sz="1400" dirty="0" err="1"/>
              <a:t>LibreTexts</a:t>
            </a:r>
            <a:r>
              <a:rPr lang="en-US" sz="1400" dirty="0"/>
              <a:t> on Chemistry</a:t>
            </a:r>
          </a:p>
        </p:txBody>
      </p:sp>
    </p:spTree>
    <p:extLst>
      <p:ext uri="{BB962C8B-B14F-4D97-AF65-F5344CB8AC3E}">
        <p14:creationId xmlns:p14="http://schemas.microsoft.com/office/powerpoint/2010/main" val="2542181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2538-1EB2-4AFE-8A29-2C8C2356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Cuprate</a:t>
            </a:r>
            <a:r>
              <a:rPr lang="en-US" dirty="0"/>
              <a:t>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CB3EF-0260-4454-B8B0-5C3C88B9C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268" y="2847221"/>
            <a:ext cx="5657805" cy="2368731"/>
          </a:xfrm>
        </p:spPr>
        <p:txBody>
          <a:bodyPr/>
          <a:lstStyle/>
          <a:p>
            <a:r>
              <a:rPr lang="en-US" dirty="0"/>
              <a:t>Single Ion Model</a:t>
            </a:r>
          </a:p>
          <a:p>
            <a:pPr lvl="1"/>
            <a:r>
              <a:rPr lang="en-US" dirty="0"/>
              <a:t>Atomic States of Cu</a:t>
            </a:r>
            <a:r>
              <a:rPr lang="en-US" baseline="30000" dirty="0"/>
              <a:t>2+</a:t>
            </a:r>
            <a:r>
              <a:rPr lang="en-US" dirty="0"/>
              <a:t> Ion</a:t>
            </a:r>
          </a:p>
          <a:p>
            <a:pPr lvl="2"/>
            <a:r>
              <a:rPr lang="en-US" dirty="0"/>
              <a:t>3d</a:t>
            </a:r>
            <a:r>
              <a:rPr lang="en-US" baseline="30000" dirty="0"/>
              <a:t>9</a:t>
            </a:r>
            <a:endParaRPr lang="en-US" dirty="0"/>
          </a:p>
          <a:p>
            <a:pPr lvl="2"/>
            <a:r>
              <a:rPr lang="en-US" dirty="0"/>
              <a:t>Hole Excitation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75834-0915-47E5-B71E-1972CFF58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607" y="1984194"/>
            <a:ext cx="6280005" cy="33468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2FABF9-AD18-419A-8DC7-05ED8118CCA2}"/>
              </a:ext>
            </a:extLst>
          </p:cNvPr>
          <p:cNvSpPr txBox="1"/>
          <p:nvPr/>
        </p:nvSpPr>
        <p:spPr>
          <a:xfrm>
            <a:off x="1047182" y="6273225"/>
            <a:ext cx="10097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Presentation High Temperature Superconductivity: D. </a:t>
            </a:r>
            <a:r>
              <a:rPr lang="en-US" sz="1400" dirty="0" err="1"/>
              <a:t>Orgad</a:t>
            </a:r>
            <a:r>
              <a:rPr lang="en-US" sz="1400" dirty="0"/>
              <a:t> </a:t>
            </a:r>
            <a:r>
              <a:rPr lang="en-US" sz="1400" dirty="0" err="1"/>
              <a:t>Racah</a:t>
            </a:r>
            <a:r>
              <a:rPr lang="en-US" sz="1400" dirty="0"/>
              <a:t> Institute, Hebrew University, Jerusalem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15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15B4-4653-4538-A49C-8A3DA62D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RIXS - Technique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B0EB46-4021-4B85-8C5D-93668CB01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905000"/>
            <a:ext cx="5764928" cy="341091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EFFF36-8378-4545-949B-F7369FBAEEB9}"/>
              </a:ext>
            </a:extLst>
          </p:cNvPr>
          <p:cNvSpPr txBox="1">
            <a:spLocks/>
          </p:cNvSpPr>
          <p:nvPr/>
        </p:nvSpPr>
        <p:spPr>
          <a:xfrm>
            <a:off x="1701446" y="1905000"/>
            <a:ext cx="4859152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dirty="0"/>
              <a:t>Resonant Inelastic X-Ray Scattering</a:t>
            </a:r>
          </a:p>
          <a:p>
            <a:pPr>
              <a:lnSpc>
                <a:spcPct val="200000"/>
              </a:lnSpc>
            </a:pPr>
            <a:r>
              <a:rPr lang="en-US" dirty="0"/>
              <a:t>High energy photons</a:t>
            </a:r>
          </a:p>
          <a:p>
            <a:pPr>
              <a:lnSpc>
                <a:spcPct val="200000"/>
              </a:lnSpc>
            </a:pPr>
            <a:r>
              <a:rPr lang="en-US" dirty="0"/>
              <a:t>Resonant if the energy difference coincides core level excitations.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35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6951-B7BE-4695-8A7F-82C1BD41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RIXS –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6F3B-8B94-42C4-9DDB-BFEB9F0D8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 – Matter interaction.</a:t>
            </a:r>
          </a:p>
          <a:p>
            <a:pPr lvl="1"/>
            <a:r>
              <a:rPr lang="en-US" dirty="0"/>
              <a:t>QED</a:t>
            </a:r>
          </a:p>
          <a:p>
            <a:pPr lvl="1"/>
            <a:r>
              <a:rPr lang="en-US" dirty="0"/>
              <a:t>Low energy approximation of QED</a:t>
            </a:r>
          </a:p>
          <a:p>
            <a:pPr lvl="2"/>
            <a:r>
              <a:rPr lang="en-US" dirty="0" err="1"/>
              <a:t>E</a:t>
            </a:r>
            <a:r>
              <a:rPr lang="en-US" baseline="-25000" dirty="0" err="1"/>
              <a:t>photon</a:t>
            </a:r>
            <a:r>
              <a:rPr lang="en-US" dirty="0"/>
              <a:t> &lt;&lt; </a:t>
            </a:r>
            <a:r>
              <a:rPr lang="en-US" dirty="0" err="1"/>
              <a:t>M</a:t>
            </a:r>
            <a:r>
              <a:rPr lang="en-US" baseline="-25000" dirty="0" err="1"/>
              <a:t>electron</a:t>
            </a:r>
            <a:endParaRPr lang="en-US" baseline="-25000" dirty="0"/>
          </a:p>
          <a:p>
            <a:pPr lvl="2"/>
            <a:r>
              <a:rPr lang="en-US" dirty="0" err="1"/>
              <a:t>E</a:t>
            </a:r>
            <a:r>
              <a:rPr lang="en-US" baseline="-25000" dirty="0" err="1"/>
              <a:t>system</a:t>
            </a:r>
            <a:r>
              <a:rPr lang="en-US" baseline="-25000" dirty="0"/>
              <a:t> </a:t>
            </a:r>
            <a:r>
              <a:rPr lang="en-US" dirty="0"/>
              <a:t>&lt;&lt; Electron-positron pair creation energy</a:t>
            </a:r>
          </a:p>
          <a:p>
            <a:pPr lvl="2"/>
            <a:r>
              <a:rPr lang="en-US" dirty="0"/>
              <a:t>Charge is conserved</a:t>
            </a:r>
          </a:p>
          <a:p>
            <a:r>
              <a:rPr lang="en-US" dirty="0"/>
              <a:t>Photon interacting with an electron in the presence of an atomic potential</a:t>
            </a:r>
          </a:p>
        </p:txBody>
      </p:sp>
    </p:spTree>
    <p:extLst>
      <p:ext uri="{BB962C8B-B14F-4D97-AF65-F5344CB8AC3E}">
        <p14:creationId xmlns:p14="http://schemas.microsoft.com/office/powerpoint/2010/main" val="3464125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879B-8420-40E7-8F3F-C946B585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RIXS – Transition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DACD-32AB-4700-8560-A91DF4A7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Electron-photon interaction is treated as a perturbation</a:t>
            </a:r>
          </a:p>
          <a:p>
            <a:r>
              <a:rPr lang="en-US" dirty="0"/>
              <a:t>Initial and Final states are product states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043378-15CA-4375-ABBA-0133365C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590" y="3255603"/>
            <a:ext cx="7992571" cy="122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9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9EFB-E4C8-4762-B9B5-29B84A60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68C6F-C26F-41FC-BF22-5FCFEC05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812" y="2255218"/>
            <a:ext cx="3887433" cy="1357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D77953-60D1-43FD-9672-A0857F43A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196" y="2255218"/>
            <a:ext cx="4016508" cy="14115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98D527-6848-4030-BD82-5E8882093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278" y="4513988"/>
            <a:ext cx="4073067" cy="87802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DD1770-A668-4518-A5AD-3AA107F02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196" y="3963429"/>
            <a:ext cx="8875315" cy="878025"/>
          </a:xfrm>
        </p:spPr>
        <p:txBody>
          <a:bodyPr/>
          <a:lstStyle/>
          <a:p>
            <a:r>
              <a:rPr lang="en-US" dirty="0"/>
              <a:t>Thomson Scattering neglected.</a:t>
            </a:r>
          </a:p>
        </p:txBody>
      </p:sp>
    </p:spTree>
    <p:extLst>
      <p:ext uri="{BB962C8B-B14F-4D97-AF65-F5344CB8AC3E}">
        <p14:creationId xmlns:p14="http://schemas.microsoft.com/office/powerpoint/2010/main" val="1843523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E9A6-57FA-4968-AF6A-FF778F5D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Operator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52629-DBC4-45CD-B25E-AABA8A839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998" y="1529140"/>
            <a:ext cx="4783389" cy="1462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2265E-270D-4972-9D02-8FAAF98B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599" y="4456957"/>
            <a:ext cx="7024185" cy="13601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2AEC00-2A47-4F88-8B98-042352C4A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0233" y="2992023"/>
            <a:ext cx="8915400" cy="3777622"/>
          </a:xfrm>
        </p:spPr>
        <p:txBody>
          <a:bodyPr/>
          <a:lstStyle/>
          <a:p>
            <a:r>
              <a:rPr lang="en-US" dirty="0"/>
              <a:t>In the Dipole limit</a:t>
            </a:r>
          </a:p>
          <a:p>
            <a:pPr lvl="1"/>
            <a:r>
              <a:rPr lang="en-US" dirty="0"/>
              <a:t>Wavelength of the radiation &gt;&gt; Atomic Size </a:t>
            </a:r>
          </a:p>
          <a:p>
            <a:pPr lvl="1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= R</a:t>
            </a:r>
            <a:r>
              <a:rPr lang="en-US" baseline="-25000" dirty="0"/>
              <a:t>i</a:t>
            </a:r>
            <a:r>
              <a:rPr lang="en-US" dirty="0"/>
              <a:t> + r</a:t>
            </a:r>
          </a:p>
        </p:txBody>
      </p:sp>
    </p:spTree>
    <p:extLst>
      <p:ext uri="{BB962C8B-B14F-4D97-AF65-F5344CB8AC3E}">
        <p14:creationId xmlns:p14="http://schemas.microsoft.com/office/powerpoint/2010/main" val="3560093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774E-DA59-4E6B-96FF-8E9D6CC92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Operator in Real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D9D7-A9B5-4487-87AC-DA316A470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3873624"/>
            <a:ext cx="8915400" cy="3777622"/>
          </a:xfrm>
        </p:spPr>
        <p:txBody>
          <a:bodyPr/>
          <a:lstStyle/>
          <a:p>
            <a:r>
              <a:rPr lang="en-US" dirty="0"/>
              <a:t>Index is dropped  because each transition process is localized.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9ECF1-2728-4CF0-8FCC-390D49899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928" y="1905000"/>
            <a:ext cx="6371361" cy="1679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626F21-25C4-479C-8085-32110C5A9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145" y="4406774"/>
            <a:ext cx="3836929" cy="86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83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C366-B3FF-4F3D-8127-6D55DC34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operator with Absorption and Emission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9598D7-8D22-4548-A9B4-FAF2EFC66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5476" y="2323621"/>
            <a:ext cx="7707403" cy="1460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5043AA-5C28-4A7A-9DBB-54124A124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476" y="4288017"/>
            <a:ext cx="7707402" cy="138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69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D34F-2DF7-486D-B5FC-CAA50308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RIXS Cross-section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83681-F6FD-4413-A213-6EE816587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14" y="3736079"/>
            <a:ext cx="7992571" cy="1931979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678E775-06B9-4E11-B264-695455AA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714" y="1893844"/>
            <a:ext cx="7992571" cy="122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21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B8E8-3055-423D-90E3-4B5217AE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Scattering Amplitude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FEF8D-AE16-43C8-9D8B-1FAAAF3DA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793" y="3997911"/>
            <a:ext cx="8915400" cy="3777622"/>
          </a:xfrm>
        </p:spPr>
        <p:txBody>
          <a:bodyPr/>
          <a:lstStyle/>
          <a:p>
            <a:r>
              <a:rPr lang="en-US" dirty="0"/>
              <a:t>Atomic Scattering Factor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D8249-53BF-448F-898B-F9C4DD421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793" y="2133600"/>
            <a:ext cx="7900398" cy="17196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696A43-F080-43CB-81A2-5F19957F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15" y="4389482"/>
            <a:ext cx="6010554" cy="105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5955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D23BAEEC98CF4A9C5F58058158C80F" ma:contentTypeVersion="7" ma:contentTypeDescription="Create a new document." ma:contentTypeScope="" ma:versionID="026141cf634104fed60d4d6e6401d7ab">
  <xsd:schema xmlns:xsd="http://www.w3.org/2001/XMLSchema" xmlns:xs="http://www.w3.org/2001/XMLSchema" xmlns:p="http://schemas.microsoft.com/office/2006/metadata/properties" xmlns:ns3="6355af43-0ac4-4528-8f45-e8bdaf7138e6" xmlns:ns4="0e053b16-427f-47aa-8849-476376142d31" targetNamespace="http://schemas.microsoft.com/office/2006/metadata/properties" ma:root="true" ma:fieldsID="76243bf14f3ef77191ac41a4df31a75e" ns3:_="" ns4:_="">
    <xsd:import namespace="6355af43-0ac4-4528-8f45-e8bdaf7138e6"/>
    <xsd:import namespace="0e053b16-427f-47aa-8849-476376142d3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55af43-0ac4-4528-8f45-e8bdaf7138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53b16-427f-47aa-8849-476376142d3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84027E-5A76-449B-A2F9-322CAAA2C26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D1504B8-F829-405E-8166-8514F9C1D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55af43-0ac4-4528-8f45-e8bdaf7138e6"/>
    <ds:schemaRef ds:uri="0e053b16-427f-47aa-8849-476376142d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0CB233-3BF4-4EC5-9B22-CFB3D3E6EF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11660</TotalTime>
  <Words>510</Words>
  <Application>Microsoft Macintosh PowerPoint</Application>
  <PresentationFormat>Widescreen</PresentationFormat>
  <Paragraphs>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Wingdings</vt:lpstr>
      <vt:lpstr>Wingdings 3</vt:lpstr>
      <vt:lpstr>Wisp</vt:lpstr>
      <vt:lpstr>Orbital(dd)excitations of undoped cuprates using RIXS</vt:lpstr>
      <vt:lpstr>RIXS - Technique</vt:lpstr>
      <vt:lpstr>RIXS Cross-Section – Geometrical parameter</vt:lpstr>
      <vt:lpstr>Dipole Matrix Elements</vt:lpstr>
      <vt:lpstr>Dipole Matrix Elements – But why are they different?</vt:lpstr>
      <vt:lpstr>Dipole Matrix Elements</vt:lpstr>
      <vt:lpstr>RIXS Cross- Section- Geometry</vt:lpstr>
      <vt:lpstr>What parameters are controlled? - I</vt:lpstr>
      <vt:lpstr>What parameters are controlled? - II</vt:lpstr>
      <vt:lpstr>Project – Fall 2019</vt:lpstr>
      <vt:lpstr>Motivation</vt:lpstr>
      <vt:lpstr>Tetrahedral Distortion to Crystal Structure</vt:lpstr>
      <vt:lpstr>Cuprate Structure</vt:lpstr>
      <vt:lpstr>RIXS - Technique</vt:lpstr>
      <vt:lpstr>RIXS – Theory </vt:lpstr>
      <vt:lpstr>RIXS – Transition Rate</vt:lpstr>
      <vt:lpstr>Hamiltonian</vt:lpstr>
      <vt:lpstr>Transition Operator</vt:lpstr>
      <vt:lpstr>Transition Operator in Real space</vt:lpstr>
      <vt:lpstr>Transition operator with Absorption and Emission</vt:lpstr>
      <vt:lpstr>RIXS Cross-section</vt:lpstr>
      <vt:lpstr>Scattering Amplitude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RIXS study o</dc:title>
  <dc:creator>Jinu Thomas</dc:creator>
  <cp:lastModifiedBy>Jinu Thomas</cp:lastModifiedBy>
  <cp:revision>31</cp:revision>
  <dcterms:created xsi:type="dcterms:W3CDTF">2019-08-14T03:58:32Z</dcterms:created>
  <dcterms:modified xsi:type="dcterms:W3CDTF">2026-06-16T22:23:35Z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0x0101001DD23BAEEC98CF4A9C5F58058158C80F</vt:lpwstr>
  </property>
</Properties>
</file>